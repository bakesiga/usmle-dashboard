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530352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USMLE STEP 1  ·  JUNE OUTLINE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1480" y="6035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 DAYS TO GO  ·  JUNE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5:00 – 7:30 AM EAT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9:00 – 11:30 PM CST</a:t>
            </a:r>
            <a:endParaRPr lang="en-US" sz="1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10:00 PM – 12:30 AM 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729984" y="621792"/>
            <a:ext cx="1078992" cy="107899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7" name="Image 0" descr="allan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658368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7132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Allan Bakesiga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MD (Makerere) · MScGH (Duke)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9040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PGY-1 Neurology (Creighton)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8288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full June outline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11480" y="22860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30 days · 4 subjects · day-by-day what we cover.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697480"/>
            <a:ext cx="3621024" cy="2926080"/>
          </a:xfrm>
          <a:prstGeom prst="roundRect">
            <a:avLst>
              <a:gd name="adj" fmla="val 375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2788920"/>
            <a:ext cx="3621024" cy="5852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" y="2697480"/>
            <a:ext cx="3621024" cy="676656"/>
          </a:xfrm>
          <a:prstGeom prst="roundRect">
            <a:avLst>
              <a:gd name="adj" fmla="val 16216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" y="275234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CARDIOVASCULAR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7784" y="304495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days  ·  Jun 1 – 10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7784" y="3520440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Orientation, embryology &amp; congenital heart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7784" y="3717950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Anatomy &amp; cardiac imaging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7784" y="3915461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Cardiac output &amp; PV loops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" y="4112971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Heart sounds &amp; murmurs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" y="4310482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05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ECG &amp; action potentials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7784" y="4507992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06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CAD, IHD &amp; myocardial infarction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7784" y="4705502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07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Hypertension &amp; atherosclerosis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7784" y="4903013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08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Heart failure &amp; cardiomyopathies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7784" y="5100523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09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Endocarditis, myocarditis &amp; vasculitis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7784" y="5298034"/>
            <a:ext cx="3328416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 </a:t>
            </a:r>
            <a:pPr indent="0" marL="0">
              <a:buNone/>
            </a:pPr>
            <a:r>
              <a:rPr lang="en-US" sz="9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Cardiovascular pharmacology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97096" y="2697480"/>
            <a:ext cx="3621024" cy="2926080"/>
          </a:xfrm>
          <a:prstGeom prst="roundRect">
            <a:avLst>
              <a:gd name="adj" fmla="val 375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97096" y="2788920"/>
            <a:ext cx="3621024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97096" y="2697480"/>
            <a:ext cx="3621024" cy="676656"/>
          </a:xfrm>
          <a:prstGeom prst="roundRect">
            <a:avLst>
              <a:gd name="adj" fmla="val 1621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43400" y="275234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RESPIRATORY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343400" y="3044952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11 – 18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343400" y="3520440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Embryology, surfactant &amp; congenital anomalies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343400" y="3767328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Anatomy &amp; muscles of breathing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343400" y="4014216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Lung volumes &amp; ventilation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343400" y="4261104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Gas exchange &amp; V/Q mismatch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343400" y="4507992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Control of breathing &amp; sleep apnea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343400" y="4754880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Asthma &amp; COPD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343400" y="5001768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Restrictive disease, ARDS, pneumonia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343400" y="5248656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TB, lung cancer &amp; respiratory pharmacology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5788152"/>
            <a:ext cx="3621024" cy="292608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5879592"/>
            <a:ext cx="3621024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5788152"/>
            <a:ext cx="3621024" cy="676656"/>
          </a:xfrm>
          <a:prstGeom prst="roundRect">
            <a:avLst>
              <a:gd name="adj" fmla="val 1621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7784" y="584301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EPI &amp; BIOSTATS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57784" y="613562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days  ·  Jun 19 – 22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57784" y="6611112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Study designs, evidence &amp; diagnostic testing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57784" y="7104888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Quantifying risk, transitions &amp; survival analysis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57784" y="7598664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Bias, confounding &amp; effect modification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57784" y="8092440"/>
            <a:ext cx="3328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Statistical distributions, testing &amp; CIs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197096" y="5788152"/>
            <a:ext cx="3621024" cy="2926080"/>
          </a:xfrm>
          <a:prstGeom prst="roundRect">
            <a:avLst>
              <a:gd name="adj" fmla="val 375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97096" y="5879592"/>
            <a:ext cx="3621024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97096" y="5788152"/>
            <a:ext cx="3621024" cy="676656"/>
          </a:xfrm>
          <a:prstGeom prst="roundRect">
            <a:avLst>
              <a:gd name="adj" fmla="val 1621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43400" y="584301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GENERAL PATHOLOGY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343400" y="6135624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23 – 30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4343400" y="6611112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Cellular adaptations &amp; apoptosis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343400" y="6858000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Necrosis, ischemia &amp; free radicals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343400" y="7104888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Acute inflammation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343400" y="7351776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Chronic inflammation &amp; repair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343400" y="7598664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Neoplasia I: hallmarks &amp; metastases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343400" y="7845552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Neoplasia II: oncogenes &amp; TSGs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343400" y="8092440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Neoplasia III: markers &amp; aging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4343400" y="8339328"/>
            <a:ext cx="3328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General pathology review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11480" y="8805672"/>
            <a:ext cx="7406640" cy="1280160"/>
          </a:xfrm>
          <a:prstGeom prst="roundRect">
            <a:avLst>
              <a:gd name="adj" fmla="val 8571"/>
            </a:avLst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6072" y="889711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READY TO START?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576072" y="9189720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Scan the QR or visit: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576072" y="9555480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BFE3F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bakesiga.github.io/usmle-dashboard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693408" y="8942832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8" name="Image 1" descr="signup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898855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· June Cohort · Detailed Outline</dc:title>
  <dc:subject>PptxGenJS Presentation</dc:subject>
  <dc:creator>Allan Bakesiga</dc:creator>
  <cp:lastModifiedBy>Allan Bakesiga</cp:lastModifiedBy>
  <cp:revision>1</cp:revision>
  <dcterms:created xsi:type="dcterms:W3CDTF">2026-05-20T15:41:25Z</dcterms:created>
  <dcterms:modified xsi:type="dcterms:W3CDTF">2026-05-20T15:41:25Z</dcterms:modified>
</cp:coreProperties>
</file>