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UNITED STATES MEDICAL LICENSING EXAMINATION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19 DAYS TO GO  ·  LIMITED SLOTS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1.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JUNE 1.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5943600" y="667512"/>
            <a:ext cx="1783080" cy="1783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8" name="Image 0" descr="allan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713232"/>
            <a:ext cx="1691640" cy="1691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9214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Bakesiga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92140" y="2770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MD (Makerere) · MScGH (Duke)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92140" y="2990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PGY-1 Neurology, Creighton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2461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live coaching, </a:t>
            </a:r>
            <a:pPr indent="0" marL="0">
              <a:buNone/>
            </a:pPr>
            <a:r>
              <a:rPr lang="en-US" sz="26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built around recommended materials and Q bank.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02920" y="40233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7A9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June curriculum mapped page-by-page to high-yield resources.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452628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599432"/>
            <a:ext cx="91440" cy="85953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46360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77240" y="509320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days  ·  Jun 1 – 10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06240" y="452628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0" y="4599432"/>
            <a:ext cx="91440" cy="8595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62272" y="46360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RESPIRATORY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4480560" y="509320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11 – 18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2920" y="571500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5788152"/>
            <a:ext cx="91440" cy="859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" y="582472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EPI &amp; BIOSTATS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77240" y="628192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days  ·  Jun 19 – 22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206240" y="571500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06240" y="5788152"/>
            <a:ext cx="91440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62272" y="582472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PATHOLOGY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480560" y="628192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23 – 30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02920" y="6922008"/>
            <a:ext cx="7223760" cy="786384"/>
          </a:xfrm>
          <a:prstGeom prst="roundRect">
            <a:avLst>
              <a:gd name="adj" fmla="val 13953"/>
            </a:avLst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6958584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MATERIALS  →  Q BANK  →  EXAM PATTERNS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777240" y="736092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Read · Apply · Master — every single day.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2920" y="7882128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</p:sp>
      <p:pic>
        <p:nvPicPr>
          <p:cNvPr id="34" name="Image 1" descr="signu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7955280"/>
            <a:ext cx="1133856" cy="113385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02920" y="91988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scan to sign up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2112264" y="7836408"/>
            <a:ext cx="561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RESERVE YOUR SEAT</a:t>
            </a:r>
            <a:endParaRPr lang="en-US" sz="2800" dirty="0"/>
          </a:p>
        </p:txBody>
      </p:sp>
      <p:sp>
        <p:nvSpPr>
          <p:cNvPr id="37" name="Text 33"/>
          <p:cNvSpPr/>
          <p:nvPr/>
        </p:nvSpPr>
        <p:spPr>
          <a:xfrm>
            <a:off x="2112264" y="8375904"/>
            <a:ext cx="561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Limited slots  ·  Lock yours by May 30.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2112264" y="8705088"/>
            <a:ext cx="561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 sign up at  </a:t>
            </a:r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300" dirty="0"/>
          </a:p>
        </p:txBody>
      </p:sp>
      <p:pic>
        <p:nvPicPr>
          <p:cNvPr id="39" name="Image 2" descr="email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582912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13816" y="9546336"/>
            <a:ext cx="2060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allanbakesiga@gmail.com</a:t>
            </a:r>
            <a:endParaRPr lang="en-US" sz="1200" dirty="0"/>
          </a:p>
        </p:txBody>
      </p:sp>
      <p:pic>
        <p:nvPicPr>
          <p:cNvPr id="41" name="Image 3" descr="whatsa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840" y="9582912"/>
            <a:ext cx="237744" cy="23774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221736" y="9546336"/>
            <a:ext cx="2060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+256 705 571 443</a:t>
            </a:r>
            <a:endParaRPr lang="en-US" sz="1200" dirty="0"/>
          </a:p>
        </p:txBody>
      </p:sp>
      <p:pic>
        <p:nvPicPr>
          <p:cNvPr id="43" name="Image 4" descr="phone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760" y="9582912"/>
            <a:ext cx="237744" cy="23774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629656" y="9546336"/>
            <a:ext cx="2060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+1 984 710 2902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· June Cohort · Teaser</dc:title>
  <dc:subject>PptxGenJS Presentation</dc:subject>
  <dc:creator>Allan Bakesiga</dc:creator>
  <cp:lastModifiedBy>Allan Bakesiga</cp:lastModifiedBy>
  <cp:revision>1</cp:revision>
  <dcterms:created xsi:type="dcterms:W3CDTF">2026-05-13T15:31:06Z</dcterms:created>
  <dcterms:modified xsi:type="dcterms:W3CDTF">2026-05-13T15:31:06Z</dcterms:modified>
</cp:coreProperties>
</file>