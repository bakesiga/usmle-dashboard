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0370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61888" y="1929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24414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4320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1635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" y="338328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5701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3075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9044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782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2519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4256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994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7731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9469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18338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83380" y="281635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1139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1139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311396" y="338328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55701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73075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39044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0782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2519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4256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5994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33095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093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600760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30936" y="639165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77570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715975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18338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83380" y="533095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31139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31139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311396" y="589788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07161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24535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419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592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766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6940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114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02920" y="779983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79983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502920" y="864108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1423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93952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69" name="Text 65"/>
          <p:cNvSpPr/>
          <p:nvPr/>
        </p:nvSpPr>
        <p:spPr>
          <a:xfrm>
            <a:off x="2057400" y="8659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913485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40917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100" dirty="0"/>
          </a:p>
        </p:txBody>
      </p:sp>
      <p:pic>
        <p:nvPicPr>
          <p:cNvPr id="7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720072"/>
            <a:ext cx="182880" cy="182880"/>
          </a:xfrm>
          <a:prstGeom prst="rect">
            <a:avLst/>
          </a:prstGeom>
        </p:spPr>
      </p:pic>
      <p:sp>
        <p:nvSpPr>
          <p:cNvPr id="73" name="Text 68"/>
          <p:cNvSpPr/>
          <p:nvPr/>
        </p:nvSpPr>
        <p:spPr>
          <a:xfrm>
            <a:off x="229514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720072"/>
            <a:ext cx="182880" cy="182880"/>
          </a:xfrm>
          <a:prstGeom prst="rect">
            <a:avLst/>
          </a:prstGeom>
        </p:spPr>
      </p:pic>
      <p:sp>
        <p:nvSpPr>
          <p:cNvPr id="75" name="Text 69"/>
          <p:cNvSpPr/>
          <p:nvPr/>
        </p:nvSpPr>
        <p:spPr>
          <a:xfrm>
            <a:off x="418490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720072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607466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2026-05-11T11:07:50Z</dcterms:created>
  <dcterms:modified xsi:type="dcterms:W3CDTF">2026-05-11T11:07:50Z</dcterms:modified>
</cp:coreProperties>
</file>