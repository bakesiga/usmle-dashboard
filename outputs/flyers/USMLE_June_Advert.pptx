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20116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47088"/>
            <a:ext cx="8229600" cy="164592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7432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74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COHORT  ·  LIMITED SLOTS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63056" y="150876"/>
            <a:ext cx="1618488" cy="1618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05740"/>
            <a:ext cx="1508760" cy="1508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2231136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542032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697480"/>
            <a:ext cx="1723644" cy="4526280"/>
          </a:xfrm>
          <a:prstGeom prst="roundRect">
            <a:avLst>
              <a:gd name="adj" fmla="val 530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788920"/>
            <a:ext cx="1723644" cy="62179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697480"/>
            <a:ext cx="1723644" cy="713232"/>
          </a:xfrm>
          <a:prstGeom prst="roundRect">
            <a:avLst>
              <a:gd name="adj" fmla="val 12821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2788920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94360" y="3081528"/>
            <a:ext cx="15407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  ·  Jun 1 – 11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94360" y="35021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&amp; overview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94360" y="377647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 · congenital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94360" y="405079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· pericardium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594360" y="432511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physiology · PV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94360" y="459943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· murmurs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94360" y="48737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· action potentials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94360" y="514807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· IHD · MI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4360" y="542239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 · atherosclerosis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94360" y="569671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· cardiomyopathies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94360" y="597103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Rheumatic · IE · vasc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94360" y="62453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pharmacology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2336292" y="2697480"/>
            <a:ext cx="1723644" cy="4526280"/>
          </a:xfrm>
          <a:prstGeom prst="roundRect">
            <a:avLst>
              <a:gd name="adj" fmla="val 530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336292" y="2788920"/>
            <a:ext cx="1723644" cy="6217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36292" y="2697480"/>
            <a:ext cx="1723644" cy="713232"/>
          </a:xfrm>
          <a:prstGeom prst="roundRect">
            <a:avLst>
              <a:gd name="adj" fmla="val 1282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27732" y="2788920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427732" y="3081528"/>
            <a:ext cx="15407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days  ·  Jun 12 – 20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427732" y="35021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 · surfactant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2427732" y="377647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· diaphragm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2427732" y="405079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· mechanics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427732" y="432511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V/Q · A–a · pulm circ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427732" y="459943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· sleep apnea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2427732" y="48737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airway · obstr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2427732" y="514807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· ARDS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2427732" y="542239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 · pleural · cancer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2427732" y="569671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review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69664" y="2697480"/>
            <a:ext cx="1723644" cy="4526280"/>
          </a:xfrm>
          <a:prstGeom prst="roundRect">
            <a:avLst>
              <a:gd name="adj" fmla="val 530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69664" y="2788920"/>
            <a:ext cx="1723644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69664" y="2697480"/>
            <a:ext cx="1723644" cy="713232"/>
          </a:xfrm>
          <a:prstGeom prst="roundRect">
            <a:avLst>
              <a:gd name="adj" fmla="val 1282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261104" y="2788920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/ BIOSTATS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261104" y="3081528"/>
            <a:ext cx="15407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21 – 24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261104" y="35021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 · trials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4261104" y="377647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Sens/spec · PPV/NPV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4261104" y="405079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confounding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261104" y="432511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· health policy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6003036" y="2697480"/>
            <a:ext cx="1723644" cy="4526280"/>
          </a:xfrm>
          <a:prstGeom prst="roundRect">
            <a:avLst>
              <a:gd name="adj" fmla="val 530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003036" y="2788920"/>
            <a:ext cx="1723644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03036" y="2697480"/>
            <a:ext cx="1723644" cy="713232"/>
          </a:xfrm>
          <a:prstGeom prst="roundRect">
            <a:avLst>
              <a:gd name="adj" fmla="val 128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094476" y="2788920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GEN. PATHOLOGY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6094476" y="3081528"/>
            <a:ext cx="15407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25 – Jul 2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6094476" y="35021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 · apoptosis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6094476" y="377647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 · free radicals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6094476" y="405079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94476" y="432511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 · repair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094476" y="459943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· hallmarks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6094476" y="487375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· oncogenes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094476" y="514807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· aging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6094476" y="5422392"/>
            <a:ext cx="154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8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review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738835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" y="738835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2025 + UWORLD</a:t>
            </a:r>
            <a:pPr indent="0" marL="0">
              <a:buNone/>
            </a:pPr>
            <a:r>
              <a:rPr lang="en-US" sz="13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single day  </a:t>
            </a:r>
            <a:endParaRPr lang="en-US" sz="1500" dirty="0"/>
          </a:p>
        </p:txBody>
      </p:sp>
      <p:sp>
        <p:nvSpPr>
          <p:cNvPr id="66" name="Shape 63"/>
          <p:cNvSpPr/>
          <p:nvPr/>
        </p:nvSpPr>
        <p:spPr>
          <a:xfrm>
            <a:off x="502920" y="822960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7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302752"/>
            <a:ext cx="1133856" cy="1133856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502920" y="95280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950" dirty="0"/>
          </a:p>
        </p:txBody>
      </p:sp>
      <p:sp>
        <p:nvSpPr>
          <p:cNvPr id="69" name="Text 65"/>
          <p:cNvSpPr/>
          <p:nvPr/>
        </p:nvSpPr>
        <p:spPr>
          <a:xfrm>
            <a:off x="2057400" y="824788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70" name="Text 66"/>
          <p:cNvSpPr/>
          <p:nvPr/>
        </p:nvSpPr>
        <p:spPr>
          <a:xfrm>
            <a:off x="2057400" y="872337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71" name="Text 67"/>
          <p:cNvSpPr/>
          <p:nvPr/>
        </p:nvSpPr>
        <p:spPr>
          <a:xfrm>
            <a:off x="2057400" y="900684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plan + class details: 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50" dirty="0"/>
          </a:p>
        </p:txBody>
      </p:sp>
      <p:sp>
        <p:nvSpPr>
          <p:cNvPr id="72" name="Text 68"/>
          <p:cNvSpPr/>
          <p:nvPr/>
        </p:nvSpPr>
        <p:spPr>
          <a:xfrm>
            <a:off x="2057400" y="925372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message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WhatsApp</a:t>
            </a:r>
            <a:endParaRPr lang="en-US" sz="1000" dirty="0"/>
          </a:p>
        </p:txBody>
      </p:sp>
      <p:sp>
        <p:nvSpPr>
          <p:cNvPr id="73" name="Shape 69"/>
          <p:cNvSpPr/>
          <p:nvPr/>
        </p:nvSpPr>
        <p:spPr>
          <a:xfrm>
            <a:off x="502920" y="9857232"/>
            <a:ext cx="7223760" cy="0"/>
          </a:xfrm>
          <a:prstGeom prst="line">
            <a:avLst/>
          </a:prstGeom>
          <a:noFill/>
          <a:ln w="9525">
            <a:solidFill>
              <a:srgbClr val="D6E8F5"/>
            </a:solidFill>
            <a:prstDash val="solid"/>
          </a:ln>
        </p:spPr>
      </p:sp>
      <p:sp>
        <p:nvSpPr>
          <p:cNvPr id="74" name="Text 70"/>
          <p:cNvSpPr/>
          <p:nvPr/>
        </p:nvSpPr>
        <p:spPr>
          <a:xfrm>
            <a:off x="502920" y="99029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pPr indent="0" marL="0">
              <a:buNone/>
            </a:pPr>
            <a:r>
              <a:rPr lang="en-US" sz="95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MD (Makerere) · MScGH (Duke) · PGY-1 Neurology, Creighton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2026-05-11T06:23:04Z</dcterms:created>
  <dcterms:modified xsi:type="dcterms:W3CDTF">2026-05-11T06:23:04Z</dcterms:modified>
</cp:coreProperties>
</file>