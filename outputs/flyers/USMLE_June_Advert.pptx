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4086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99632" y="128016"/>
            <a:ext cx="1399032" cy="13990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164592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61888" y="1545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61888" y="1746504"/>
            <a:ext cx="1874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61888" y="1920240"/>
            <a:ext cx="1874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TA · Epi &amp; Biostats (Duke)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961888" y="2093976"/>
            <a:ext cx="1874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Neurology, Creighton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257860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" y="288036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288036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95351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288036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" y="293522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" y="319125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0936" y="353872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0936" y="370332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30936" y="386791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0936" y="403250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0936" y="419709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0936" y="436168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0936" y="452628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30936" y="469087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30936" y="485546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30936" y="502005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183380" y="288036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83380" y="295351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183380" y="288036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11396" y="293522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4311396" y="319125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311396" y="35387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311396" y="37444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311396" y="39502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311396" y="41559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311396" y="43616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311396" y="45674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311396" y="47731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311396" y="49789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02920" y="539496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02920" y="546811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02920" y="539496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30936" y="544982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630936" y="570585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630936" y="605332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 &amp; diagnostic testing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630936" y="646480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30936" y="687628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630936" y="728776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4183380" y="539496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83380" y="546811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183380" y="539496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311396" y="544982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4311396" y="570585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311396" y="60533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311396" y="62590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4311396" y="64648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311396" y="66705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4311396" y="68762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311396" y="70820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311396" y="72877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4311396" y="74935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502920" y="793699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777240" y="793699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502920" y="877824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8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851392"/>
            <a:ext cx="1133856" cy="1133856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502920" y="100766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70" name="Text 66"/>
          <p:cNvSpPr/>
          <p:nvPr/>
        </p:nvSpPr>
        <p:spPr>
          <a:xfrm>
            <a:off x="2057400" y="879652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71" name="Text 67"/>
          <p:cNvSpPr/>
          <p:nvPr/>
        </p:nvSpPr>
        <p:spPr>
          <a:xfrm>
            <a:off x="2057400" y="927201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72" name="Text 68"/>
          <p:cNvSpPr/>
          <p:nvPr/>
        </p:nvSpPr>
        <p:spPr>
          <a:xfrm>
            <a:off x="2057400" y="954633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find the sign-up link on 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50" dirty="0"/>
          </a:p>
        </p:txBody>
      </p:sp>
      <p:pic>
        <p:nvPicPr>
          <p:cNvPr id="73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857232"/>
            <a:ext cx="182880" cy="182880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2295144" y="98298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75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857232"/>
            <a:ext cx="182880" cy="182880"/>
          </a:xfrm>
          <a:prstGeom prst="rect">
            <a:avLst/>
          </a:prstGeom>
        </p:spPr>
      </p:pic>
      <p:sp>
        <p:nvSpPr>
          <p:cNvPr id="76" name="Text 70"/>
          <p:cNvSpPr/>
          <p:nvPr/>
        </p:nvSpPr>
        <p:spPr>
          <a:xfrm>
            <a:off x="4184904" y="98298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77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857232"/>
            <a:ext cx="182880" cy="182880"/>
          </a:xfrm>
          <a:prstGeom prst="rect">
            <a:avLst/>
          </a:prstGeom>
        </p:spPr>
      </p:pic>
      <p:sp>
        <p:nvSpPr>
          <p:cNvPr id="78" name="Text 71"/>
          <p:cNvSpPr/>
          <p:nvPr/>
        </p:nvSpPr>
        <p:spPr>
          <a:xfrm>
            <a:off x="6074664" y="98298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2026-05-11T11:33:52Z</dcterms:created>
  <dcterms:modified xsi:type="dcterms:W3CDTF">2026-05-11T11:33:52Z</dcterms:modified>
</cp:coreProperties>
</file>