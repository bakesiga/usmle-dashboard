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0370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99632" y="128016"/>
            <a:ext cx="1399032" cy="13990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164592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61888" y="15453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61888" y="17465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61888" y="19293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Neurology, Creighton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244144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74320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281635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093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0936" y="340156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0936" y="356616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30936" y="373075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30936" y="389534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0936" y="405993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0936" y="422452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0936" y="438912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0936" y="455371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30936" y="471830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30936" y="488289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18338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183380" y="281635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8338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1139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431139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311396" y="34015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311396" y="36073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311396" y="38130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311396" y="40187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311396" y="42245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311396" y="44302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311396" y="46360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311396" y="48417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533095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0292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3093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093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30936" y="591616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 &amp; diagnostic testing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630936" y="632764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630936" y="673912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30936" y="715060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418338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183380" y="533095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8338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31139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431139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311396" y="59161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4311396" y="61219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311396" y="63276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4311396" y="65333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311396" y="67391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4311396" y="69448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311396" y="71506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311396" y="73563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502920" y="779983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77240" y="779983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MATERIAL + TEST QUESTIONS</a:t>
            </a:r>
            <a:pPr indent="0" marL="0">
              <a:buNone/>
            </a:pPr>
            <a:r>
              <a:rPr lang="en-US" sz="12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similar to exam day  ·  every day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502920" y="864108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7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714232"/>
            <a:ext cx="1133856" cy="1133856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502920" y="993952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1000" dirty="0"/>
          </a:p>
        </p:txBody>
      </p:sp>
      <p:sp>
        <p:nvSpPr>
          <p:cNvPr id="69" name="Text 65"/>
          <p:cNvSpPr/>
          <p:nvPr/>
        </p:nvSpPr>
        <p:spPr>
          <a:xfrm>
            <a:off x="2057400" y="865936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70" name="Text 66"/>
          <p:cNvSpPr/>
          <p:nvPr/>
        </p:nvSpPr>
        <p:spPr>
          <a:xfrm>
            <a:off x="2057400" y="913485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71" name="Text 67"/>
          <p:cNvSpPr/>
          <p:nvPr/>
        </p:nvSpPr>
        <p:spPr>
          <a:xfrm>
            <a:off x="2057400" y="940917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100" dirty="0"/>
          </a:p>
        </p:txBody>
      </p:sp>
      <p:pic>
        <p:nvPicPr>
          <p:cNvPr id="72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9720072"/>
            <a:ext cx="182880" cy="182880"/>
          </a:xfrm>
          <a:prstGeom prst="rect">
            <a:avLst/>
          </a:prstGeom>
        </p:spPr>
      </p:pic>
      <p:sp>
        <p:nvSpPr>
          <p:cNvPr id="73" name="Text 68"/>
          <p:cNvSpPr/>
          <p:nvPr/>
        </p:nvSpPr>
        <p:spPr>
          <a:xfrm>
            <a:off x="229514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7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160" y="9720072"/>
            <a:ext cx="182880" cy="182880"/>
          </a:xfrm>
          <a:prstGeom prst="rect">
            <a:avLst/>
          </a:prstGeom>
        </p:spPr>
      </p:pic>
      <p:sp>
        <p:nvSpPr>
          <p:cNvPr id="75" name="Text 69"/>
          <p:cNvSpPr/>
          <p:nvPr/>
        </p:nvSpPr>
        <p:spPr>
          <a:xfrm>
            <a:off x="418490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76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920" y="9720072"/>
            <a:ext cx="182880" cy="182880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607466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2026-05-11T11:08:50Z</dcterms:created>
  <dcterms:modified xsi:type="dcterms:W3CDTF">2026-05-11T11:08:50Z</dcterms:modified>
</cp:coreProperties>
</file>