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03704"/>
            <a:ext cx="82296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74320"/>
            <a:ext cx="3337560" cy="32918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SCHEDULE  ·  LIMITED SLOTS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JUNE 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Step 1</a:t>
            </a:r>
            <a:pPr indent="0" marL="0">
              <a:buNone/>
            </a:pPr>
            <a:r>
              <a:rPr lang="en-US" sz="18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8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Mon to Sun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9632" y="128016"/>
            <a:ext cx="1399032" cy="139903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8" name="Image 0" descr="allan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64592"/>
            <a:ext cx="1325880" cy="1325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61888" y="15453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61888" y="17465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961888" y="19293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PGY-1 Neurology, Creighton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4414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IN JUNE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743200"/>
            <a:ext cx="100584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743200"/>
            <a:ext cx="3543300" cy="2377440"/>
          </a:xfrm>
          <a:prstGeom prst="roundRect">
            <a:avLst>
              <a:gd name="adj" fmla="val 384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816352"/>
            <a:ext cx="3543300" cy="4937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743200"/>
            <a:ext cx="3543300" cy="566928"/>
          </a:xfrm>
          <a:prstGeom prst="roundRect">
            <a:avLst>
              <a:gd name="adj" fmla="val 1612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" y="2798064"/>
            <a:ext cx="32872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" y="3054096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  ·  Jun 1 – 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" y="340156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embryology &amp; congenital heart defects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0936" y="357530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cardiac imaging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0936" y="374904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output &amp; PV loops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0936" y="3922776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sounds &amp; murmurs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0936" y="4096512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&amp; action potentials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30936" y="427024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IHD &amp; myocardial infarction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0936" y="444398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&amp; atherosclerosis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30936" y="461772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&amp; cardiomyopathies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0936" y="4791456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Endocarditis, myocarditis &amp; vasculitis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30936" y="4965192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pharmacology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83380" y="2743200"/>
            <a:ext cx="3543300" cy="2377440"/>
          </a:xfrm>
          <a:prstGeom prst="roundRect">
            <a:avLst>
              <a:gd name="adj" fmla="val 384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83380" y="2816352"/>
            <a:ext cx="354330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83380" y="2743200"/>
            <a:ext cx="3543300" cy="566928"/>
          </a:xfrm>
          <a:prstGeom prst="roundRect">
            <a:avLst>
              <a:gd name="adj" fmla="val 161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11396" y="2798064"/>
            <a:ext cx="32872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311396" y="3054096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·  Jun 11 – 18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311396" y="340156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Embryology, surfactant &amp; congenital anomalies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11396" y="357530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muscles of breathing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311396" y="374904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volumes &amp; ventilation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11396" y="3922776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exchange &amp; V/Q mismatch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311396" y="4096512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breathing &amp; sleep apnea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311396" y="427024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&amp; COPD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311396" y="444398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disease, ARDS, pneumonia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311396" y="461772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TB, lung cancer &amp; respiratory pharmacology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02920" y="5257800"/>
            <a:ext cx="3543300" cy="237744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5330952"/>
            <a:ext cx="354330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02920" y="5257800"/>
            <a:ext cx="3543300" cy="566928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0936" y="5312664"/>
            <a:ext cx="32872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&amp; BIOSTATS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30936" y="5568696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Jun 19 – 22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30936" y="6007608"/>
            <a:ext cx="3287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0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designs, evidence &amp; diagnostic testing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0936" y="6391656"/>
            <a:ext cx="3287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0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risk, transitions &amp; survival analysis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0936" y="6775704"/>
            <a:ext cx="3287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0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confounding &amp; effect modification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30936" y="7159752"/>
            <a:ext cx="3287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0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distributions, testing &amp; CIs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83380" y="5257800"/>
            <a:ext cx="3543300" cy="2377440"/>
          </a:xfrm>
          <a:prstGeom prst="roundRect">
            <a:avLst>
              <a:gd name="adj" fmla="val 384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83380" y="5330952"/>
            <a:ext cx="3543300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83380" y="5257800"/>
            <a:ext cx="354330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311396" y="5312664"/>
            <a:ext cx="32872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PATHOLOGY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4311396" y="5568696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·  Jun 23 – 30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311396" y="591616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adaptations &amp; apoptosis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4311396" y="608990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Necrosis, ischemia &amp; free radicals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4311396" y="626364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inflammation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311396" y="6437376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inflammation &amp; repair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4311396" y="6611112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I — hallmarks &amp; metastases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311396" y="6784848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II — oncogenes &amp; TSGs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4311396" y="6958584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III — markers &amp; aging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4311396" y="7132320"/>
            <a:ext cx="32872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9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pathology review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02920" y="7799832"/>
            <a:ext cx="7223760" cy="658368"/>
          </a:xfrm>
          <a:prstGeom prst="roundRect">
            <a:avLst>
              <a:gd name="adj" fmla="val 13889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77240" y="77998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MATERIAL + TEST QUESTIONS</a:t>
            </a:r>
            <a:pPr indent="0" marL="0">
              <a:buNone/>
            </a:pPr>
            <a:r>
              <a:rPr lang="en-US" sz="1200" i="1" dirty="0">
                <a:solidFill>
                  <a:srgbClr val="B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similar to exam day  ·  every day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02920" y="864108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</p:sp>
      <p:pic>
        <p:nvPicPr>
          <p:cNvPr id="67" name="Image 1" descr="sign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8714232"/>
            <a:ext cx="1133856" cy="1133856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02920" y="9939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sign up</a:t>
            </a:r>
            <a:endParaRPr lang="en-US" sz="950" dirty="0"/>
          </a:p>
        </p:txBody>
      </p:sp>
      <p:sp>
        <p:nvSpPr>
          <p:cNvPr id="69" name="Text 65"/>
          <p:cNvSpPr/>
          <p:nvPr/>
        </p:nvSpPr>
        <p:spPr>
          <a:xfrm>
            <a:off x="2057400" y="86593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3200" dirty="0"/>
          </a:p>
        </p:txBody>
      </p:sp>
      <p:sp>
        <p:nvSpPr>
          <p:cNvPr id="70" name="Text 66"/>
          <p:cNvSpPr/>
          <p:nvPr/>
        </p:nvSpPr>
        <p:spPr>
          <a:xfrm>
            <a:off x="2057400" y="913485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slots · June cohort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2057400" y="940917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bakesiga.github.io/usmle-dashboard</a:t>
            </a:r>
            <a:endParaRPr lang="en-US" sz="1000" dirty="0"/>
          </a:p>
        </p:txBody>
      </p:sp>
      <p:pic>
        <p:nvPicPr>
          <p:cNvPr id="72" name="Image 2" descr="email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9720072"/>
            <a:ext cx="182880" cy="182880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2295144" y="9692640"/>
            <a:ext cx="161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allanbakesiga@gmail.com</a:t>
            </a:r>
            <a:endParaRPr lang="en-US" sz="950" dirty="0"/>
          </a:p>
        </p:txBody>
      </p:sp>
      <p:pic>
        <p:nvPicPr>
          <p:cNvPr id="74" name="Image 3" descr="whats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160" y="9720072"/>
            <a:ext cx="182880" cy="182880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4184904" y="9692640"/>
            <a:ext cx="161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+256 705 571 443</a:t>
            </a:r>
            <a:endParaRPr lang="en-US" sz="950" dirty="0"/>
          </a:p>
        </p:txBody>
      </p:sp>
      <p:pic>
        <p:nvPicPr>
          <p:cNvPr id="76" name="Image 4" descr="phone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920" y="9720072"/>
            <a:ext cx="182880" cy="182880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6074664" y="9692640"/>
            <a:ext cx="161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+1 984 710 2902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Cohort</dc:title>
  <dc:subject>PptxGenJS Presentation</dc:subject>
  <dc:creator>Allan Bakesiga</dc:creator>
  <cp:lastModifiedBy>Allan Bakesiga</cp:lastModifiedBy>
  <cp:revision>1</cp:revision>
  <dcterms:created xsi:type="dcterms:W3CDTF">2026-05-11T11:05:28Z</dcterms:created>
  <dcterms:modified xsi:type="dcterms:W3CDTF">2026-05-11T11:05:28Z</dcterms:modified>
</cp:coreProperties>
</file>