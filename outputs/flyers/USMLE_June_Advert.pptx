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9222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77724"/>
            <a:ext cx="1581912" cy="158191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"/>
            <a:ext cx="1508760" cy="1508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0299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40487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093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3093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3093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3093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3093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3093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3093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30936" y="437997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0936" y="455371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18338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183380" y="240487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8338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31139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31139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31139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31139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31139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31139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139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31139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31139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431139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0292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2920" y="491947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63093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30936" y="559612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evidence, Sens/Spec/PPV/NPV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30936" y="598017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30936" y="636422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674827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18338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183380" y="491947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8338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31139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431139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4311396" y="55046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4311396" y="56784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311396" y="58521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311396" y="60258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4311396" y="61996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4311396" y="63733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311396" y="65471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311396" y="67208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2025 + UWORLD</a:t>
            </a:r>
            <a:pPr indent="0" marL="0">
              <a:buNone/>
            </a:pPr>
            <a:r>
              <a:rPr lang="en-US" sz="13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single day  </a:t>
            </a:r>
            <a:endParaRPr lang="en-US" sz="1500" dirty="0"/>
          </a:p>
        </p:txBody>
      </p:sp>
      <p:sp>
        <p:nvSpPr>
          <p:cNvPr id="63" name="Shape 60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4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6" name="Text 62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67" name="Text 63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68" name="Text 64"/>
          <p:cNvSpPr/>
          <p:nvPr/>
        </p:nvSpPr>
        <p:spPr>
          <a:xfrm>
            <a:off x="2057400" y="900684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+ class details: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sp>
        <p:nvSpPr>
          <p:cNvPr id="69" name="Text 65"/>
          <p:cNvSpPr/>
          <p:nvPr/>
        </p:nvSpPr>
        <p:spPr>
          <a:xfrm>
            <a:off x="2057400" y="925372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message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WhatsApp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2026-05-11T10:59:04Z</dcterms:created>
  <dcterms:modified xsi:type="dcterms:W3CDTF">2026-05-11T10:59:04Z</dcterms:modified>
</cp:coreProperties>
</file>