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9222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77724"/>
            <a:ext cx="1581912" cy="158191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"/>
            <a:ext cx="1508760" cy="1508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0299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40487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093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3093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3093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3093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3093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3093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3093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30936" y="437997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0936" y="455371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18338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183380" y="240487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8338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31139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31139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31139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31139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31139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31139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139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31139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31139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431139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0292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2920" y="491947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63093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30936" y="559612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evidence, Sens/Spec/PPV/NPV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30936" y="598017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30936" y="636422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674827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18338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183380" y="491947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8338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31139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431139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4311396" y="55046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4311396" y="56784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311396" y="58521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311396" y="60258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4311396" y="61996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4311396" y="63733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311396" y="65471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311396" y="67208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4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6" name="Text 62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67" name="Text 63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68" name="Text 64"/>
          <p:cNvSpPr/>
          <p:nvPr/>
        </p:nvSpPr>
        <p:spPr>
          <a:xfrm>
            <a:off x="2057400" y="899769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00" dirty="0"/>
          </a:p>
        </p:txBody>
      </p:sp>
      <p:pic>
        <p:nvPicPr>
          <p:cNvPr id="69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308592"/>
            <a:ext cx="182880" cy="182880"/>
          </a:xfrm>
          <a:prstGeom prst="rect">
            <a:avLst/>
          </a:prstGeom>
        </p:spPr>
      </p:pic>
      <p:sp>
        <p:nvSpPr>
          <p:cNvPr id="70" name="Text 65"/>
          <p:cNvSpPr/>
          <p:nvPr/>
        </p:nvSpPr>
        <p:spPr>
          <a:xfrm>
            <a:off x="229514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950" dirty="0"/>
          </a:p>
        </p:txBody>
      </p:sp>
      <p:pic>
        <p:nvPicPr>
          <p:cNvPr id="71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308592"/>
            <a:ext cx="182880" cy="182880"/>
          </a:xfrm>
          <a:prstGeom prst="rect">
            <a:avLst/>
          </a:prstGeom>
        </p:spPr>
      </p:pic>
      <p:sp>
        <p:nvSpPr>
          <p:cNvPr id="72" name="Text 66"/>
          <p:cNvSpPr/>
          <p:nvPr/>
        </p:nvSpPr>
        <p:spPr>
          <a:xfrm>
            <a:off x="418490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950" dirty="0"/>
          </a:p>
        </p:txBody>
      </p:sp>
      <p:pic>
        <p:nvPicPr>
          <p:cNvPr id="73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308592"/>
            <a:ext cx="182880" cy="18288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607466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950" dirty="0"/>
          </a:p>
        </p:txBody>
      </p:sp>
      <p:sp>
        <p:nvSpPr>
          <p:cNvPr id="75" name="Shape 68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6" name="Text 69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2026-05-11T11:00:42Z</dcterms:created>
  <dcterms:modified xsi:type="dcterms:W3CDTF">2026-05-11T11:00:42Z</dcterms:modified>
</cp:coreProperties>
</file>