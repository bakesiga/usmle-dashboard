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64208"/>
            <a:ext cx="8229600" cy="164592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7432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74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COHORT  ·  LIMITED SLOTS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63056" y="59436"/>
            <a:ext cx="1618488" cy="1618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14300"/>
            <a:ext cx="1508760" cy="1508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20299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33172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40487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3093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093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3093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3093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3093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3093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3093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3093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30936" y="437997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30936" y="455371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18338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83380" y="240487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18338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1139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31139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31139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31139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31139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31139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31139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31139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431139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431139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pharmacology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0292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491947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292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093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3093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30936" y="5596128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 &amp; levels of evidence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30936" y="5980176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630936" y="6364224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630936" y="6748272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18338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83380" y="491947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18338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31139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431139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4311396" y="55046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311396" y="56784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311396" y="58521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4311396" y="60258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4311396" y="61996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311396" y="63733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311396" y="65471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311396" y="67208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02920" y="738835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77240" y="738835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2025 + UWORLD</a:t>
            </a:r>
            <a:pPr indent="0" marL="0">
              <a:buNone/>
            </a:pPr>
            <a:r>
              <a:rPr lang="en-US" sz="13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single day  </a:t>
            </a:r>
            <a:endParaRPr lang="en-US" sz="1500" dirty="0"/>
          </a:p>
        </p:txBody>
      </p:sp>
      <p:sp>
        <p:nvSpPr>
          <p:cNvPr id="64" name="Shape 61"/>
          <p:cNvSpPr/>
          <p:nvPr/>
        </p:nvSpPr>
        <p:spPr>
          <a:xfrm>
            <a:off x="502920" y="822960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5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302752"/>
            <a:ext cx="1133856" cy="1133856"/>
          </a:xfrm>
          <a:prstGeom prst="rect">
            <a:avLst/>
          </a:prstGeom>
        </p:spPr>
      </p:pic>
      <p:sp>
        <p:nvSpPr>
          <p:cNvPr id="66" name="Text 62"/>
          <p:cNvSpPr/>
          <p:nvPr/>
        </p:nvSpPr>
        <p:spPr>
          <a:xfrm>
            <a:off x="502920" y="95280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950" dirty="0"/>
          </a:p>
        </p:txBody>
      </p:sp>
      <p:sp>
        <p:nvSpPr>
          <p:cNvPr id="67" name="Text 63"/>
          <p:cNvSpPr/>
          <p:nvPr/>
        </p:nvSpPr>
        <p:spPr>
          <a:xfrm>
            <a:off x="2057400" y="824788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68" name="Text 64"/>
          <p:cNvSpPr/>
          <p:nvPr/>
        </p:nvSpPr>
        <p:spPr>
          <a:xfrm>
            <a:off x="2057400" y="8723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69" name="Text 65"/>
          <p:cNvSpPr/>
          <p:nvPr/>
        </p:nvSpPr>
        <p:spPr>
          <a:xfrm>
            <a:off x="2057400" y="900684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plan + class details: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sp>
        <p:nvSpPr>
          <p:cNvPr id="70" name="Text 66"/>
          <p:cNvSpPr/>
          <p:nvPr/>
        </p:nvSpPr>
        <p:spPr>
          <a:xfrm>
            <a:off x="2057400" y="925372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message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WhatsApp</a:t>
            </a:r>
            <a:endParaRPr lang="en-US" sz="1000" dirty="0"/>
          </a:p>
        </p:txBody>
      </p:sp>
      <p:sp>
        <p:nvSpPr>
          <p:cNvPr id="71" name="Shape 67"/>
          <p:cNvSpPr/>
          <p:nvPr/>
        </p:nvSpPr>
        <p:spPr>
          <a:xfrm>
            <a:off x="502920" y="9857232"/>
            <a:ext cx="7223760" cy="0"/>
          </a:xfrm>
          <a:prstGeom prst="line">
            <a:avLst/>
          </a:prstGeom>
          <a:noFill/>
          <a:ln w="9525">
            <a:solidFill>
              <a:srgbClr val="D6E8F5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502920" y="99029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pPr indent="0" marL="0">
              <a:buNone/>
            </a:pPr>
            <a:r>
              <a:rPr lang="en-US" sz="95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MD (Makerere) · MScGH (Duke) · PGY-1 Neurology, Creighton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2026-05-11T10:54:52Z</dcterms:created>
  <dcterms:modified xsi:type="dcterms:W3CDTF">2026-05-11T10:54:52Z</dcterms:modified>
</cp:coreProperties>
</file>