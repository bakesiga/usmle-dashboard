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03704"/>
            <a:ext cx="8229600" cy="3657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SCHEDULE  ·  LIMITED SLOTS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99632" y="128016"/>
            <a:ext cx="1399032" cy="139903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8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164592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61888" y="154533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61888" y="17465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961888" y="19293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PGY-1 Neurology, Creighton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244144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74320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27432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" y="281635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" y="27432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0936" y="27980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" y="30540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0936" y="3401568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 heart defects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0936" y="3566160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30936" y="3730752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30936" y="3895344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0936" y="4059936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0936" y="4224528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30936" y="4389120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0936" y="4553712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30936" y="4718304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30936" y="4882896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183380" y="27432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183380" y="281635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83380" y="27432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11396" y="27980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4311396" y="30540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311396" y="34015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 anomalies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311396" y="36073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311396" y="38130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311396" y="401878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311396" y="42245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311396" y="44302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311396" y="46360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311396" y="48417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respiratory pharmacology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52578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533095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02920" y="52578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30936" y="53126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0936" y="55686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630936" y="591616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designs, evidence &amp; diagnostic testing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630936" y="632764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risk, transitions &amp; survival analysis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630936" y="673912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confounding &amp; effect modification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630936" y="715060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distributions, testing &amp; CIs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4183380" y="52578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183380" y="533095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83380" y="52578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311396" y="53126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4311396" y="55686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311396" y="59161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4311396" y="61219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311396" y="63276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4311396" y="653338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311396" y="67391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4311396" y="69448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311396" y="71506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4311396" y="73563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502920" y="779983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77240" y="779983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MATERIAL + TEST QUESTIONS</a:t>
            </a:r>
            <a:pPr indent="0" marL="0">
              <a:buNone/>
            </a:pPr>
            <a:r>
              <a:rPr lang="en-US" sz="12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similar to exam day  ·  every day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502920" y="864108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7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714232"/>
            <a:ext cx="1133856" cy="1133856"/>
          </a:xfrm>
          <a:prstGeom prst="rect">
            <a:avLst/>
          </a:prstGeom>
        </p:spPr>
      </p:pic>
      <p:sp>
        <p:nvSpPr>
          <p:cNvPr id="68" name="Text 64"/>
          <p:cNvSpPr/>
          <p:nvPr/>
        </p:nvSpPr>
        <p:spPr>
          <a:xfrm>
            <a:off x="502920" y="993952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1000" dirty="0"/>
          </a:p>
        </p:txBody>
      </p:sp>
      <p:sp>
        <p:nvSpPr>
          <p:cNvPr id="69" name="Text 65"/>
          <p:cNvSpPr/>
          <p:nvPr/>
        </p:nvSpPr>
        <p:spPr>
          <a:xfrm>
            <a:off x="2057400" y="865936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70" name="Text 66"/>
          <p:cNvSpPr/>
          <p:nvPr/>
        </p:nvSpPr>
        <p:spPr>
          <a:xfrm>
            <a:off x="2057400" y="913485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71" name="Text 67"/>
          <p:cNvSpPr/>
          <p:nvPr/>
        </p:nvSpPr>
        <p:spPr>
          <a:xfrm>
            <a:off x="2057400" y="940917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find the sign-up link on 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050" dirty="0"/>
          </a:p>
        </p:txBody>
      </p:sp>
      <p:pic>
        <p:nvPicPr>
          <p:cNvPr id="72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9720072"/>
            <a:ext cx="182880" cy="182880"/>
          </a:xfrm>
          <a:prstGeom prst="rect">
            <a:avLst/>
          </a:prstGeom>
        </p:spPr>
      </p:pic>
      <p:sp>
        <p:nvSpPr>
          <p:cNvPr id="73" name="Text 68"/>
          <p:cNvSpPr/>
          <p:nvPr/>
        </p:nvSpPr>
        <p:spPr>
          <a:xfrm>
            <a:off x="229514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000" dirty="0"/>
          </a:p>
        </p:txBody>
      </p:sp>
      <p:pic>
        <p:nvPicPr>
          <p:cNvPr id="74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160" y="9720072"/>
            <a:ext cx="182880" cy="182880"/>
          </a:xfrm>
          <a:prstGeom prst="rect">
            <a:avLst/>
          </a:prstGeom>
        </p:spPr>
      </p:pic>
      <p:sp>
        <p:nvSpPr>
          <p:cNvPr id="75" name="Text 69"/>
          <p:cNvSpPr/>
          <p:nvPr/>
        </p:nvSpPr>
        <p:spPr>
          <a:xfrm>
            <a:off x="418490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000" dirty="0"/>
          </a:p>
        </p:txBody>
      </p:sp>
      <p:pic>
        <p:nvPicPr>
          <p:cNvPr id="76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6920" y="9720072"/>
            <a:ext cx="182880" cy="182880"/>
          </a:xfrm>
          <a:prstGeom prst="rect">
            <a:avLst/>
          </a:prstGeom>
        </p:spPr>
      </p:pic>
      <p:sp>
        <p:nvSpPr>
          <p:cNvPr id="77" name="Text 70"/>
          <p:cNvSpPr/>
          <p:nvPr/>
        </p:nvSpPr>
        <p:spPr>
          <a:xfrm>
            <a:off x="607466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2026-05-11T11:26:20Z</dcterms:created>
  <dcterms:modified xsi:type="dcterms:W3CDTF">2026-05-11T11:26:20Z</dcterms:modified>
</cp:coreProperties>
</file>