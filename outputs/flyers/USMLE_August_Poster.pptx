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74820" cy="170078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74820" y="0"/>
            <a:ext cx="3497580" cy="17007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INTAKE  ·  OPEN NOW  ·  LIMITED SLOTS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USMLE  ·  STEP 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August Intake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142646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months. The full First Aid blueprint. Live with Allan, every day.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0" y="420624"/>
            <a:ext cx="1828800" cy="1188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475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DAILY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7498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AUGUST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0" y="11521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PM EST  ·  5 AM EAT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0" y="1371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cycle begins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6858000" cy="932688"/>
          </a:xfrm>
          <a:prstGeom prst="rect">
            <a:avLst/>
          </a:prstGeom>
          <a:solidFill>
            <a:srgbClr val="F5FBFF"/>
          </a:solidFill>
          <a:ln w="9525">
            <a:solidFill>
              <a:srgbClr val="D6E8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" y="1947672"/>
            <a:ext cx="731520" cy="7315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5" name="Image 0" descr="/Users/allanbakesiga/.claude/usmle-dashboard/images/allan-headsho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984248"/>
            <a:ext cx="658368" cy="658368"/>
          </a:xfrm>
          <a:prstGeom prst="ellipse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81328" y="193852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Allan Bakesiga, MD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481328" y="224942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(Makerere)  ·  MScGH (Duke)  ·  PGY-1 Neurology Resident, Creighton University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481328" y="2487168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daily on Zoom  ·  content review + question approach, every class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29443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CLASS IS RIGHT NOW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255264"/>
            <a:ext cx="68580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12700" dir="5400000">
              <a:srgbClr val="0C2A3D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3255264"/>
            <a:ext cx="91440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25896" y="339242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25896" y="339242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13232" y="337413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in June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13232" y="3685032"/>
            <a:ext cx="6382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  ·   Respiratory   ·   Epidemiology &amp; Biostatistics   ·   General Pathology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4160520"/>
            <a:ext cx="6858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12700" dir="5400000">
              <a:srgbClr val="0C2A3D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7200" y="4160520"/>
            <a:ext cx="9144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25896" y="429768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25896" y="42976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13232" y="427939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in July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13232" y="4590288"/>
            <a:ext cx="6382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Neurology (CNS)   ·   Immunology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" y="4937760"/>
            <a:ext cx="6858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12700" dir="5400000">
              <a:srgbClr val="0C2A3D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57200" y="4937760"/>
            <a:ext cx="9144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025896" y="50749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25896" y="50749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13232" y="505663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this month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713232" y="5367528"/>
            <a:ext cx="6382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Oncology   ·   General Pharmacology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57200" y="5715000"/>
            <a:ext cx="68580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12700" dir="5400000">
              <a:srgbClr val="0C2A3D">
                <a:alpha val="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57200" y="5715000"/>
            <a:ext cx="91440" cy="93268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025896" y="58521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025896" y="58521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713232" y="58338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come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713232" y="6144768"/>
            <a:ext cx="6382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  ·   Reproductive   ·   Endocrine   ·   Gastrointestinal   ·   Musculoskeletal, Skin &amp; Connective Tissue   ·   Behavioral Sciences   ·   Biochemistry   ·   Microbiology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6803136"/>
            <a:ext cx="6858000" cy="1024128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57200" y="6803136"/>
            <a:ext cx="91440" cy="51206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57200" y="7315200"/>
            <a:ext cx="91440" cy="5120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31520" y="69311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CYCLE REPEATS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731520" y="7223760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now for the modules running live this month. When the four-month blueprint comes back around, you cover every earlier chapter too, so you never miss a thing. And every single class is recorded on the dashboard from day one.</a:t>
            </a:r>
            <a:endParaRPr lang="en-US" sz="1100" dirty="0"/>
          </a:p>
        </p:txBody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8028432"/>
            <a:ext cx="1143000" cy="1143000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6172200" y="915314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register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457200" y="80467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AT THE DASHBOARD</a:t>
            </a:r>
            <a:endParaRPr lang="en-US" sz="1100" dirty="0"/>
          </a:p>
        </p:txBody>
      </p:sp>
      <p:sp>
        <p:nvSpPr>
          <p:cNvPr id="52" name="Text 48"/>
          <p:cNvSpPr/>
          <p:nvPr/>
        </p:nvSpPr>
        <p:spPr>
          <a:xfrm>
            <a:off x="457200" y="82844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bakesiga.github.io/usmle-dashboard</a:t>
            </a:r>
            <a:endParaRPr lang="en-US" sz="2100" dirty="0"/>
          </a:p>
        </p:txBody>
      </p:sp>
      <p:sp>
        <p:nvSpPr>
          <p:cNvPr id="53" name="Text 49"/>
          <p:cNvSpPr/>
          <p:nvPr/>
        </p:nvSpPr>
        <p:spPr>
          <a:xfrm>
            <a:off x="457200" y="8723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 +256 705 571 443</a:t>
            </a:r>
            <a:endParaRPr lang="en-US" sz="1150" dirty="0"/>
          </a:p>
        </p:txBody>
      </p:sp>
      <p:sp>
        <p:nvSpPr>
          <p:cNvPr id="54" name="Text 50"/>
          <p:cNvSpPr/>
          <p:nvPr/>
        </p:nvSpPr>
        <p:spPr>
          <a:xfrm>
            <a:off x="457200" y="89611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1:1:  calendly.com/allanbakesiga/30min</a:t>
            </a:r>
            <a:endParaRPr lang="en-US" sz="1150" dirty="0"/>
          </a:p>
        </p:txBody>
      </p:sp>
      <p:sp>
        <p:nvSpPr>
          <p:cNvPr id="55" name="Shape 51"/>
          <p:cNvSpPr/>
          <p:nvPr/>
        </p:nvSpPr>
        <p:spPr>
          <a:xfrm>
            <a:off x="0" y="9912096"/>
            <a:ext cx="4274820" cy="14630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4274820" y="9912096"/>
            <a:ext cx="3497580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USMLE Step 1 Prep · August Intake Poster</dc:title>
  <dc:subject>PptxGenJS Presentation</dc:subject>
  <dc:creator>Allan Bakesiga</dc:creator>
  <cp:lastModifiedBy>Allan Bakesiga</cp:lastModifiedBy>
  <cp:revision>1</cp:revision>
  <dcterms:created xsi:type="dcterms:W3CDTF">2026-07-23T01:02:57Z</dcterms:created>
  <dcterms:modified xsi:type="dcterms:W3CDTF">2026-07-23T01:02:57Z</dcterms:modified>
</cp:coreProperties>
</file>