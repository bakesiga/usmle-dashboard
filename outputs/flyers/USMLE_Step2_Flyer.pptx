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4457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Enrolling now · July–October cohort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4457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USMLE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68096"/>
            <a:ext cx="4457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CK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58293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clinical reasoning. Move from facts to bedside decisions.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457200"/>
            <a:ext cx="182880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502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MON–SUN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804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4-month prep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daily classes 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6858000" cy="100584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2093976"/>
            <a:ext cx="786384" cy="7863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0" descr="all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30552"/>
            <a:ext cx="713232" cy="713232"/>
          </a:xfrm>
          <a:prstGeom prst="ellipse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205740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 Bakesiga, MD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08760" y="2386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(Makerere)  ·  MScGH (Duke)  ·  PGY-1 Neurology Resident, Creighton University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08760" y="26609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 |  Epidemiology &amp; Biostatistics, Duke Global Health Institute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21640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18688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Mon–Sun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57200" y="367588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classes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04160" y="3108960"/>
            <a:ext cx="21640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04160" y="3218688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months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2804160" y="367588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roadmap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151120" y="3108960"/>
            <a:ext cx="21640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51120" y="3218688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1+2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5151120" y="3675888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option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160520"/>
            <a:ext cx="33147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160520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5800" y="4361688"/>
            <a:ext cx="438912" cy="43891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207008" y="4325112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classes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207008" y="4654296"/>
            <a:ext cx="2473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to Sunday. Topic-by-topic flow that keeps you in the material every single day.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000500" y="4160520"/>
            <a:ext cx="33147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000500" y="4160520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29100" y="4361688"/>
            <a:ext cx="438912" cy="43891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2910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750308" y="4325112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community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4750308" y="4654296"/>
            <a:ext cx="2473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Off-class peer discussions, accountability, and rapid Q&amp;A between sessions.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57200" y="5422392"/>
            <a:ext cx="33147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57200" y="5422392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85800" y="5623560"/>
            <a:ext cx="438912" cy="43891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" y="5623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207008" y="5586984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+ Qbank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207008" y="5916168"/>
            <a:ext cx="2473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 of the recommended textbook plus USMLE-style questions from the recommended Qbank.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4000500" y="5422392"/>
            <a:ext cx="33147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0C2A3D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000500" y="5422392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229100" y="5623560"/>
            <a:ext cx="438912" cy="43891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229100" y="5623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4750308" y="5586984"/>
            <a:ext cx="247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mentorship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4750308" y="5916168"/>
            <a:ext cx="2473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through the ECFMG application, CV, personal statement, interview prep, and the residency match.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457200" y="6583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457200" y="6894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Medicine  ·  Surgery  ·  OB-GYN  ·  Pediatrics  ·  Psychiatry  ·  Family Medicine  ·  Preventive Medicine  ·  Ethics  ·  Biostatistics  ·  Patient Safety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457200" y="7443216"/>
            <a:ext cx="685800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57200" y="7443216"/>
            <a:ext cx="91440" cy="7772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751636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both Step 1 &amp; 2?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731520" y="779068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expedited combined prep — overlapping topics taught once, reinforced across both Steps. Save time, retain more.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457200" y="84490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457200" y="863193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bakesiga.github.io/usmle-dashboard</a:t>
            </a:r>
            <a:endParaRPr lang="en-US" sz="2400" dirty="0"/>
          </a:p>
        </p:txBody>
      </p:sp>
      <p:sp>
        <p:nvSpPr>
          <p:cNvPr id="58" name="Shape 55"/>
          <p:cNvSpPr/>
          <p:nvPr/>
        </p:nvSpPr>
        <p:spPr>
          <a:xfrm>
            <a:off x="457200" y="914400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94944" y="908913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allanbakesiga@gmail.com</a:t>
            </a:r>
            <a:endParaRPr lang="en-US" sz="1250" dirty="0"/>
          </a:p>
        </p:txBody>
      </p:sp>
      <p:pic>
        <p:nvPicPr>
          <p:cNvPr id="60" name="Image 1" descr="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9107424"/>
            <a:ext cx="237744" cy="237744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4288536" y="9089136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+256 705 571 443</a:t>
            </a:r>
            <a:endParaRPr lang="en-US" sz="1250" dirty="0"/>
          </a:p>
        </p:txBody>
      </p:sp>
      <p:sp>
        <p:nvSpPr>
          <p:cNvPr id="62" name="Text 58"/>
          <p:cNvSpPr/>
          <p:nvPr/>
        </p:nvSpPr>
        <p:spPr>
          <a:xfrm>
            <a:off x="457200" y="93817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cohort · Sign in with the Gmail Allan adds you under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0" y="9875520"/>
            <a:ext cx="77724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0" y="9921240"/>
            <a:ext cx="777240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2 CK — Class Flyer</dc:title>
  <dc:subject>PptxGenJS Presentation</dc:subject>
  <dc:creator>Allan Bakesiga</dc:creator>
  <cp:lastModifiedBy>Allan Bakesiga</cp:lastModifiedBy>
  <cp:revision>1</cp:revision>
  <dcterms:created xsi:type="dcterms:W3CDTF">2026-05-02T01:08:06Z</dcterms:created>
  <dcterms:modified xsi:type="dcterms:W3CDTF">2026-05-02T01:08:06Z</dcterms:modified>
</cp:coreProperties>
</file>