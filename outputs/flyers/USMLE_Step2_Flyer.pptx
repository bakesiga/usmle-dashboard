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30552"/>
            <a:ext cx="713232" cy="7132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3055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0" descr="whats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9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2026-05-01T23:13:05Z</dcterms:created>
  <dcterms:modified xsi:type="dcterms:W3CDTF">2026-05-01T23:13:05Z</dcterms:modified>
</cp:coreProperties>
</file>