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351776"/>
            <a:ext cx="6858000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351776"/>
            <a:ext cx="91440" cy="731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4249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6809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3576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0450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57707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59536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57707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0450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57707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892454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10742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2026-05-02T06:59:51Z</dcterms:created>
  <dcterms:modified xsi:type="dcterms:W3CDTF">2026-05-02T06:59:51Z</dcterms:modified>
</cp:coreProperties>
</file>