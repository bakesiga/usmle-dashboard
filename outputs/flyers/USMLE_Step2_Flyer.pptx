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691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1335024"/>
            <a:ext cx="5829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23560" y="457200"/>
            <a:ext cx="1691640" cy="868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502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23560" y="7772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23560" y="10332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6858000" cy="86868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993392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17320" y="194767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24028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417320" y="245973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0416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0416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0416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151120" y="2926080"/>
            <a:ext cx="2164080" cy="8686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112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5112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23360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5800" y="42062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30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430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005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000500" y="4023360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9100" y="420624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91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6863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863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5193792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537667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430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430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05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000500" y="5193792"/>
            <a:ext cx="91440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29100" y="5376672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291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6863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6863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678484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57200" y="7772400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7772400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7863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31520" y="81381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8732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89794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57" name="Shape 55"/>
          <p:cNvSpPr/>
          <p:nvPr/>
        </p:nvSpPr>
        <p:spPr>
          <a:xfrm>
            <a:off x="457200" y="95189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9445752"/>
            <a:ext cx="6601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·  Limited cohort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0" y="9784080"/>
            <a:ext cx="7772400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0" y="9838944"/>
            <a:ext cx="77724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2026-05-01T22:36:12Z</dcterms:created>
  <dcterms:modified xsi:type="dcterms:W3CDTF">2026-05-01T22:36:12Z</dcterms:modified>
</cp:coreProperties>
</file>