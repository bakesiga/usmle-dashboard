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705088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668512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3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868680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4288536" y="8668512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300" dirty="0"/>
          </a:p>
        </p:txBody>
      </p:sp>
      <p:sp>
        <p:nvSpPr>
          <p:cNvPr id="61" name="Text 56"/>
          <p:cNvSpPr/>
          <p:nvPr/>
        </p:nvSpPr>
        <p:spPr>
          <a:xfrm>
            <a:off x="457200" y="90159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2" name="Text 57"/>
          <p:cNvSpPr/>
          <p:nvPr/>
        </p:nvSpPr>
        <p:spPr>
          <a:xfrm>
            <a:off x="457200" y="92171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3" name="Shape 58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59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2026-05-02T01:44:41Z</dcterms:created>
  <dcterms:modified xsi:type="dcterms:W3CDTF">2026-05-02T01:44:41Z</dcterms:modified>
</cp:coreProperties>
</file>