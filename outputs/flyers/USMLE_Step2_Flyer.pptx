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443216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443216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51636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79068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7" name="Text 54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8" name="Shape 55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0" name="Image 1" descr="whatsap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1" name="Text 57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2" name="Text 58"/>
          <p:cNvSpPr/>
          <p:nvPr/>
        </p:nvSpPr>
        <p:spPr>
          <a:xfrm>
            <a:off x="457200" y="9665208"/>
            <a:ext cx="6858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3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2026-05-01T23:21:48Z</dcterms:created>
  <dcterms:modified xsi:type="dcterms:W3CDTF">2026-05-01T23:21:48Z</dcterms:modified>
</cp:coreProperties>
</file>