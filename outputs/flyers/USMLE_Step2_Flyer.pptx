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49"/>
          <p:cNvSpPr/>
          <p:nvPr/>
        </p:nvSpPr>
        <p:spPr>
          <a:xfrm>
            <a:off x="457200" y="7443216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7443216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31520" y="751636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731520" y="779068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3"/>
          <p:cNvSpPr/>
          <p:nvPr/>
        </p:nvSpPr>
        <p:spPr>
          <a:xfrm>
            <a:off x="457200" y="84490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</a:t>
            </a:r>
            <a:endParaRPr lang="en-US" sz="1100" dirty="0"/>
          </a:p>
        </p:txBody>
      </p:sp>
      <p:pic>
        <p:nvPicPr>
          <p:cNvPr id="57" name="Image 1" descr="email-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705088"/>
            <a:ext cx="237744" cy="237744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749808" y="866851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59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064" y="8686800"/>
            <a:ext cx="256032" cy="256032"/>
          </a:xfrm>
          <a:prstGeom prst="rect">
            <a:avLst/>
          </a:prstGeom>
        </p:spPr>
      </p:pic>
      <p:sp>
        <p:nvSpPr>
          <p:cNvPr id="60" name="Text 55"/>
          <p:cNvSpPr/>
          <p:nvPr/>
        </p:nvSpPr>
        <p:spPr>
          <a:xfrm>
            <a:off x="3108960" y="8668512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1" name="Image 3" descr="phone-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928" y="8705088"/>
            <a:ext cx="237744" cy="237744"/>
          </a:xfrm>
          <a:prstGeom prst="rect">
            <a:avLst/>
          </a:prstGeom>
        </p:spPr>
      </p:pic>
      <p:sp>
        <p:nvSpPr>
          <p:cNvPr id="62" name="Text 56"/>
          <p:cNvSpPr/>
          <p:nvPr/>
        </p:nvSpPr>
        <p:spPr>
          <a:xfrm>
            <a:off x="5431536" y="866851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3" name="Text 57"/>
          <p:cNvSpPr/>
          <p:nvPr/>
        </p:nvSpPr>
        <p:spPr>
          <a:xfrm>
            <a:off x="457200" y="901598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4" name="Text 58"/>
          <p:cNvSpPr/>
          <p:nvPr/>
        </p:nvSpPr>
        <p:spPr>
          <a:xfrm>
            <a:off x="457200" y="921715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5" name="Shape 59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2026-05-02T02:01:38Z</dcterms:created>
  <dcterms:modified xsi:type="dcterms:W3CDTF">2026-05-02T02:01:38Z</dcterms:modified>
</cp:coreProperties>
</file>