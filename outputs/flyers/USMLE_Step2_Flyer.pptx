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2 CK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Sharpen clinical reasoning. Move from facts to bedside decisions.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93976"/>
            <a:ext cx="786384" cy="78638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13055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2057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3865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66090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16052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36168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16052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36168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42239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6235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42239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6235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the ECFMG application, CV, personal statement, interview prep, and the residency match.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583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945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Medicine  ·  Surgery  ·  OB-GYN  ·  Pediatrics  ·  Psychiatry  ·  Family Medicine  ·  Preventive Medicine  ·  Ethics  ·  Biostatistics  ·  Patient Safety</a:t>
            </a:r>
            <a:endParaRPr lang="en-US" sz="1250" dirty="0"/>
          </a:p>
        </p:txBody>
      </p:sp>
      <p:sp>
        <p:nvSpPr>
          <p:cNvPr id="52" name="Shape 49"/>
          <p:cNvSpPr/>
          <p:nvPr/>
        </p:nvSpPr>
        <p:spPr>
          <a:xfrm>
            <a:off x="457200" y="7443216"/>
            <a:ext cx="6858000" cy="777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57200" y="7443216"/>
            <a:ext cx="91440" cy="7772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31520" y="751636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5" name="Text 52"/>
          <p:cNvSpPr/>
          <p:nvPr/>
        </p:nvSpPr>
        <p:spPr>
          <a:xfrm>
            <a:off x="731520" y="7790688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6" name="Text 53"/>
          <p:cNvSpPr/>
          <p:nvPr/>
        </p:nvSpPr>
        <p:spPr>
          <a:xfrm>
            <a:off x="457200" y="84490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SIGN UP, CONTACT ALLAN</a:t>
            </a:r>
            <a:endParaRPr lang="en-US" sz="1100" dirty="0"/>
          </a:p>
        </p:txBody>
      </p:sp>
      <p:pic>
        <p:nvPicPr>
          <p:cNvPr id="57" name="Image 1" descr="email-amb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695944"/>
            <a:ext cx="237744" cy="237744"/>
          </a:xfrm>
          <a:prstGeom prst="rect">
            <a:avLst/>
          </a:prstGeom>
        </p:spPr>
      </p:pic>
      <p:sp>
        <p:nvSpPr>
          <p:cNvPr id="58" name="Text 54"/>
          <p:cNvSpPr/>
          <p:nvPr/>
        </p:nvSpPr>
        <p:spPr>
          <a:xfrm>
            <a:off x="768096" y="8668512"/>
            <a:ext cx="20263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00" dirty="0"/>
          </a:p>
        </p:txBody>
      </p:sp>
      <p:pic>
        <p:nvPicPr>
          <p:cNvPr id="59" name="Image 2" descr="whatsap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610" y="8686800"/>
            <a:ext cx="256032" cy="256032"/>
          </a:xfrm>
          <a:prstGeom prst="rect">
            <a:avLst/>
          </a:prstGeom>
        </p:spPr>
      </p:pic>
      <p:sp>
        <p:nvSpPr>
          <p:cNvPr id="60" name="Text 55"/>
          <p:cNvSpPr/>
          <p:nvPr/>
        </p:nvSpPr>
        <p:spPr>
          <a:xfrm>
            <a:off x="3377794" y="8668512"/>
            <a:ext cx="14374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200" dirty="0"/>
          </a:p>
        </p:txBody>
      </p:sp>
      <p:pic>
        <p:nvPicPr>
          <p:cNvPr id="61" name="Image 3" descr="phone-amb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8695944"/>
            <a:ext cx="237744" cy="237744"/>
          </a:xfrm>
          <a:prstGeom prst="rect">
            <a:avLst/>
          </a:prstGeom>
        </p:spPr>
      </p:pic>
      <p:sp>
        <p:nvSpPr>
          <p:cNvPr id="62" name="Text 56"/>
          <p:cNvSpPr/>
          <p:nvPr/>
        </p:nvSpPr>
        <p:spPr>
          <a:xfrm>
            <a:off x="5751576" y="8668512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200" dirty="0"/>
          </a:p>
        </p:txBody>
      </p:sp>
      <p:sp>
        <p:nvSpPr>
          <p:cNvPr id="63" name="Text 57"/>
          <p:cNvSpPr/>
          <p:nvPr/>
        </p:nvSpPr>
        <p:spPr>
          <a:xfrm>
            <a:off x="457200" y="9015984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enrolled, you'll be granted access to all course materials at:</a:t>
            </a:r>
            <a:endParaRPr lang="en-US" sz="1050" dirty="0"/>
          </a:p>
        </p:txBody>
      </p:sp>
      <p:sp>
        <p:nvSpPr>
          <p:cNvPr id="64" name="Text 58"/>
          <p:cNvSpPr/>
          <p:nvPr/>
        </p:nvSpPr>
        <p:spPr>
          <a:xfrm>
            <a:off x="457200" y="9217152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65" name="Shape 59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6" name="Shape 60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2 CK — Class Flyer</dc:title>
  <dc:subject>PptxGenJS Presentation</dc:subject>
  <dc:creator>Allan Bakesiga</dc:creator>
  <cp:lastModifiedBy>Allan Bakesiga</cp:lastModifiedBy>
  <cp:revision>1</cp:revision>
  <dcterms:created xsi:type="dcterms:W3CDTF">2026-05-02T02:39:41Z</dcterms:created>
  <dcterms:modified xsi:type="dcterms:W3CDTF">2026-05-02T02:39:41Z</dcterms:modified>
</cp:coreProperties>
</file>