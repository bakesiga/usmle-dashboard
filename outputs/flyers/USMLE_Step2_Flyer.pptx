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6459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 ·  JULY–OCTOBER COHORT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457200" y="493776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786384"/>
            <a:ext cx="44577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78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87452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3504" y="2002536"/>
            <a:ext cx="786384" cy="78638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2039112"/>
            <a:ext cx="713232" cy="713232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508760" y="196596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508760" y="229514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PGY-1 Neurology Resident, Creighton University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08760" y="256946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Epidemiology &amp; Biostatistics, Duke Global Health Institute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45720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5720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6"/>
          <p:cNvSpPr/>
          <p:nvPr/>
        </p:nvSpPr>
        <p:spPr>
          <a:xfrm>
            <a:off x="45720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280416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80416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280416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151120" y="301752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151120" y="312724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2"/>
          <p:cNvSpPr/>
          <p:nvPr/>
        </p:nvSpPr>
        <p:spPr>
          <a:xfrm>
            <a:off x="5151120" y="358444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572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572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858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858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12070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12070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000500" y="406908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4000500" y="406908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29100" y="427024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229100" y="427024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4750308" y="423367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4750308" y="456285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4572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4572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6858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858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39"/>
          <p:cNvSpPr/>
          <p:nvPr/>
        </p:nvSpPr>
        <p:spPr>
          <a:xfrm>
            <a:off x="12070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Qbank &amp; more</a:t>
            </a:r>
            <a:endParaRPr lang="en-US" sz="1500" dirty="0"/>
          </a:p>
        </p:txBody>
      </p:sp>
      <p:sp>
        <p:nvSpPr>
          <p:cNvPr id="43" name="Text 40"/>
          <p:cNvSpPr/>
          <p:nvPr/>
        </p:nvSpPr>
        <p:spPr>
          <a:xfrm>
            <a:off x="12070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textbook, Qbank, and high-yield supplements, with practice questions in every session.</a:t>
            </a:r>
            <a:endParaRPr lang="en-US" sz="1150" dirty="0"/>
          </a:p>
        </p:txBody>
      </p:sp>
      <p:sp>
        <p:nvSpPr>
          <p:cNvPr id="44" name="Shape 41"/>
          <p:cNvSpPr/>
          <p:nvPr/>
        </p:nvSpPr>
        <p:spPr>
          <a:xfrm>
            <a:off x="4000500" y="533095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2"/>
          <p:cNvSpPr/>
          <p:nvPr/>
        </p:nvSpPr>
        <p:spPr>
          <a:xfrm>
            <a:off x="4000500" y="533095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4229100" y="553212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229100" y="5532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5"/>
          <p:cNvSpPr/>
          <p:nvPr/>
        </p:nvSpPr>
        <p:spPr>
          <a:xfrm>
            <a:off x="4750308" y="549554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6"/>
          <p:cNvSpPr/>
          <p:nvPr/>
        </p:nvSpPr>
        <p:spPr>
          <a:xfrm>
            <a:off x="4750308" y="582472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the ECFMG application, CV, personal statement, interview prep, and the residency match.</a:t>
            </a:r>
            <a:endParaRPr lang="en-US" sz="1150" dirty="0"/>
          </a:p>
        </p:txBody>
      </p:sp>
      <p:sp>
        <p:nvSpPr>
          <p:cNvPr id="50" name="Text 47"/>
          <p:cNvSpPr/>
          <p:nvPr/>
        </p:nvSpPr>
        <p:spPr>
          <a:xfrm>
            <a:off x="457200" y="64922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8"/>
          <p:cNvSpPr/>
          <p:nvPr/>
        </p:nvSpPr>
        <p:spPr>
          <a:xfrm>
            <a:off x="457200" y="680313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49"/>
          <p:cNvSpPr/>
          <p:nvPr/>
        </p:nvSpPr>
        <p:spPr>
          <a:xfrm>
            <a:off x="457200" y="7351776"/>
            <a:ext cx="6858000" cy="7315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7351776"/>
            <a:ext cx="91440" cy="73152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731520" y="74249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731520" y="768096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3"/>
          <p:cNvSpPr/>
          <p:nvPr/>
        </p:nvSpPr>
        <p:spPr>
          <a:xfrm>
            <a:off x="457200" y="8357616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SIGN UP, CONTACT ALLAN ON:</a:t>
            </a:r>
            <a:endParaRPr lang="en-US" sz="1100" dirty="0"/>
          </a:p>
        </p:txBody>
      </p:sp>
      <p:pic>
        <p:nvPicPr>
          <p:cNvPr id="57" name="Image 1" descr="email-amb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604504"/>
            <a:ext cx="237744" cy="237744"/>
          </a:xfrm>
          <a:prstGeom prst="rect">
            <a:avLst/>
          </a:prstGeom>
        </p:spPr>
      </p:pic>
      <p:sp>
        <p:nvSpPr>
          <p:cNvPr id="58" name="Text 54"/>
          <p:cNvSpPr/>
          <p:nvPr/>
        </p:nvSpPr>
        <p:spPr>
          <a:xfrm>
            <a:off x="768096" y="8577072"/>
            <a:ext cx="20263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00" dirty="0"/>
          </a:p>
        </p:txBody>
      </p:sp>
      <p:pic>
        <p:nvPicPr>
          <p:cNvPr id="59" name="Image 2" descr="whatsap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610" y="8595360"/>
            <a:ext cx="256032" cy="256032"/>
          </a:xfrm>
          <a:prstGeom prst="rect">
            <a:avLst/>
          </a:prstGeom>
        </p:spPr>
      </p:pic>
      <p:sp>
        <p:nvSpPr>
          <p:cNvPr id="60" name="Text 55"/>
          <p:cNvSpPr/>
          <p:nvPr/>
        </p:nvSpPr>
        <p:spPr>
          <a:xfrm>
            <a:off x="3377794" y="8577072"/>
            <a:ext cx="14374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+256 705 571 443</a:t>
            </a:r>
            <a:endParaRPr lang="en-US" sz="1200" dirty="0"/>
          </a:p>
        </p:txBody>
      </p:sp>
      <p:pic>
        <p:nvPicPr>
          <p:cNvPr id="61" name="Image 3" descr="phone-amb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8604504"/>
            <a:ext cx="237744" cy="237744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751576" y="8577072"/>
            <a:ext cx="1353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+1 984 710 2902</a:t>
            </a:r>
            <a:endParaRPr lang="en-US" sz="1200" dirty="0"/>
          </a:p>
        </p:txBody>
      </p:sp>
      <p:sp>
        <p:nvSpPr>
          <p:cNvPr id="63" name="Text 57"/>
          <p:cNvSpPr/>
          <p:nvPr/>
        </p:nvSpPr>
        <p:spPr>
          <a:xfrm>
            <a:off x="457200" y="892454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enrolled, you'll be granted access to all course materials at:</a:t>
            </a:r>
            <a:endParaRPr lang="en-US" sz="1050" dirty="0"/>
          </a:p>
        </p:txBody>
      </p:sp>
      <p:sp>
        <p:nvSpPr>
          <p:cNvPr id="64" name="Text 58"/>
          <p:cNvSpPr/>
          <p:nvPr/>
        </p:nvSpPr>
        <p:spPr>
          <a:xfrm>
            <a:off x="457200" y="9107424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200" dirty="0"/>
          </a:p>
        </p:txBody>
      </p:sp>
      <p:sp>
        <p:nvSpPr>
          <p:cNvPr id="65" name="Shape 59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6" name="Shape 60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2026-05-02T07:03:30Z</dcterms:created>
  <dcterms:modified xsi:type="dcterms:W3CDTF">2026-05-02T07:03:30Z</dcterms:modified>
</cp:coreProperties>
</file>