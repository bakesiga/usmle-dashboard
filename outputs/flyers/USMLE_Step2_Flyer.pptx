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44905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7" name="Image 1" descr="email-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95944"/>
            <a:ext cx="237744" cy="237744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768096" y="866851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9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686800"/>
            <a:ext cx="256032" cy="25603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3377794" y="866851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1" name="Image 3" descr="phone-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695944"/>
            <a:ext cx="237744" cy="237744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751576" y="866851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3" name="Text 57"/>
          <p:cNvSpPr/>
          <p:nvPr/>
        </p:nvSpPr>
        <p:spPr>
          <a:xfrm>
            <a:off x="457200" y="90159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4" name="Text 58"/>
          <p:cNvSpPr/>
          <p:nvPr/>
        </p:nvSpPr>
        <p:spPr>
          <a:xfrm>
            <a:off x="457200" y="921715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5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2026-05-02T02:43:22Z</dcterms:created>
  <dcterms:modified xsi:type="dcterms:W3CDTF">2026-05-02T02:43:22Z</dcterms:modified>
</cp:coreProperties>
</file>