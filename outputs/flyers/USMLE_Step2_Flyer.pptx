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6916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457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USMLE Tutoring · 2026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2 CK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57200" y="1335024"/>
            <a:ext cx="5829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Sharpen clinical reasoning. Move from facts to bedside decisions.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23560" y="457200"/>
            <a:ext cx="1691640" cy="8686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23560" y="502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23560" y="77724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23560" y="10332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6858000" cy="86868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" y="1993392"/>
            <a:ext cx="640080" cy="6400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19933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417320" y="196596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17320" y="225856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candidate · Duke University · Daily USMLE study lead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417320" y="2468880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Neurology / neurosurgery research · Active residency applicant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2164080" cy="86868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017520"/>
            <a:ext cx="216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57200" y="3429000"/>
            <a:ext cx="216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804160" y="2926080"/>
            <a:ext cx="2164080" cy="86868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04160" y="3017520"/>
            <a:ext cx="216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804160" y="3429000"/>
            <a:ext cx="216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151120" y="2926080"/>
            <a:ext cx="2164080" cy="86868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51120" y="3017520"/>
            <a:ext cx="216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151120" y="3429000"/>
            <a:ext cx="216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4023360"/>
            <a:ext cx="33147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4023360"/>
            <a:ext cx="91440" cy="10058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5800" y="4206240"/>
            <a:ext cx="384048" cy="3840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43000" y="4187952"/>
            <a:ext cx="2537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143000" y="4480560"/>
            <a:ext cx="25374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000500" y="4023360"/>
            <a:ext cx="33147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000500" y="4023360"/>
            <a:ext cx="91440" cy="10058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9100" y="4206240"/>
            <a:ext cx="384048" cy="3840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22910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686300" y="4187952"/>
            <a:ext cx="2537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686300" y="4480560"/>
            <a:ext cx="25374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5193792"/>
            <a:ext cx="33147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57200" y="5193792"/>
            <a:ext cx="91440" cy="10058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85800" y="5376672"/>
            <a:ext cx="384048" cy="3840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5800" y="5376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143000" y="5358384"/>
            <a:ext cx="2537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+ Qbank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1143000" y="5650992"/>
            <a:ext cx="25374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recommended textbook plus USMLE-style questions from the recommended Qbank.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0500" y="5193792"/>
            <a:ext cx="33147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000500" y="5193792"/>
            <a:ext cx="91440" cy="10058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29100" y="5376672"/>
            <a:ext cx="384048" cy="3840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229100" y="5376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4686300" y="5358384"/>
            <a:ext cx="2537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686300" y="5650992"/>
            <a:ext cx="25374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ECFMG, CV, personal statement, interview prep, and residency application.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57200" y="6492240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57200" y="676656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Medicine  ·  Surgery  ·  OB-GYN  ·  Pediatrics  ·  Psychiatry  ·  Family Medicine  ·  Preventive Medicine  ·  Ethics  ·  Biostatistics  ·  Patient Safety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" y="7772400"/>
            <a:ext cx="6858000" cy="777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7200" y="7772400"/>
            <a:ext cx="91440" cy="7772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1520" y="78638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731520" y="8138160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457200" y="87325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57200" y="897940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200" dirty="0"/>
          </a:p>
        </p:txBody>
      </p:sp>
      <p:sp>
        <p:nvSpPr>
          <p:cNvPr id="57" name="Shape 55"/>
          <p:cNvSpPr/>
          <p:nvPr/>
        </p:nvSpPr>
        <p:spPr>
          <a:xfrm>
            <a:off x="457200" y="9518904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13232" y="9445752"/>
            <a:ext cx="6601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  ·  Limited cohort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0" y="9784080"/>
            <a:ext cx="777240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0" y="9838944"/>
            <a:ext cx="7772400" cy="21945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2 CK — Class Flyer</dc:title>
  <dc:subject>PptxGenJS Presentation</dc:subject>
  <dc:creator>Allan Bakesiga</dc:creator>
  <cp:lastModifiedBy>Allan Bakesiga</cp:lastModifiedBy>
  <cp:revision>1</cp:revision>
  <dcterms:created xsi:type="dcterms:W3CDTF">2026-05-01T22:27:14Z</dcterms:created>
  <dcterms:modified xsi:type="dcterms:W3CDTF">2026-05-01T22:27:14Z</dcterms:modified>
</cp:coreProperties>
</file>