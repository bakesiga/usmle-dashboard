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95944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66851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68680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377794" y="866851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695944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751576" y="866851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90159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2171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2026-05-02T06:48:10Z</dcterms:created>
  <dcterms:modified xsi:type="dcterms:W3CDTF">2026-05-02T06:48:10Z</dcterms:modified>
</cp:coreProperties>
</file>