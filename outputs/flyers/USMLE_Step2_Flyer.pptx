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457200" y="863193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5"/>
          <p:cNvSpPr/>
          <p:nvPr/>
        </p:nvSpPr>
        <p:spPr>
          <a:xfrm>
            <a:off x="457200" y="914400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4944" y="908913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107424"/>
            <a:ext cx="237744" cy="237744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4288536" y="9089136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8"/>
          <p:cNvSpPr/>
          <p:nvPr/>
        </p:nvSpPr>
        <p:spPr>
          <a:xfrm>
            <a:off x="457200" y="9381744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2026-05-01T23:30:38Z</dcterms:created>
  <dcterms:modified xsi:type="dcterms:W3CDTF">2026-05-01T23:30:38Z</dcterms:modified>
</cp:coreProperties>
</file>