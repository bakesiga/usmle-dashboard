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4490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457200" y="863193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8" name="Shape 55"/>
          <p:cNvSpPr/>
          <p:nvPr/>
        </p:nvSpPr>
        <p:spPr>
          <a:xfrm>
            <a:off x="457200" y="9144000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94944" y="9089136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0" name="Image 1" descr="whats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9107424"/>
            <a:ext cx="237744" cy="237744"/>
          </a:xfrm>
          <a:prstGeom prst="rect">
            <a:avLst/>
          </a:prstGeom>
        </p:spPr>
      </p:pic>
      <p:sp>
        <p:nvSpPr>
          <p:cNvPr id="61" name="Text 57"/>
          <p:cNvSpPr/>
          <p:nvPr/>
        </p:nvSpPr>
        <p:spPr>
          <a:xfrm>
            <a:off x="4288536" y="9089136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2" name="Text 58"/>
          <p:cNvSpPr/>
          <p:nvPr/>
        </p:nvSpPr>
        <p:spPr>
          <a:xfrm>
            <a:off x="457200" y="9381744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2026-05-02T01:06:25Z</dcterms:created>
  <dcterms:modified xsi:type="dcterms:W3CDTF">2026-05-02T01:06:25Z</dcterms:modified>
</cp:coreProperties>
</file>