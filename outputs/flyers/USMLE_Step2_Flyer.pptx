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78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Pediatrics  ·  Obstetrics &amp; Gynecology  ·  Psychiatry  ·  Family Medicine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Gastrointestinal  ·  Respiratory  ·  MSK &amp; Skin  ·  Nervous &amp; Behavioral  ·  Endocrine  ·  Reproductive &amp; Pregnancy  ·  Renal  ·  Heme &amp; Immune  ·  Multisystem  ·  Ethics &amp; Patient Safety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8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7940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5197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7026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5197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7940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5197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9944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823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2026-05-02T07:11:36Z</dcterms:created>
  <dcterms:modified xsi:type="dcterms:W3CDTF">2026-05-02T07:11:36Z</dcterms:modified>
</cp:coreProperties>
</file>