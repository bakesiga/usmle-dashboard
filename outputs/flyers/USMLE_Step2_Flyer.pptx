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44577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44577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444752"/>
            <a:ext cx="5829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19476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224028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17320" y="245973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67848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8" name="Shape 56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2026-05-01T22:40:43Z</dcterms:created>
  <dcterms:modified xsi:type="dcterms:W3CDTF">2026-05-01T22:40:43Z</dcterms:modified>
</cp:coreProperties>
</file>