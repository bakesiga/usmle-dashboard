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Pediatrics  ·  Obstetrics &amp; Gynecology  ·  Psychiatry  ·  Family Medicine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Gastrointestinal  ·  Respiratory  ·  MSK &amp; Skin  ·  Nervous &amp; Behavioral  ·  Endocrine  ·  Reproductive &amp; Pregnancy  ·  Renal  ·  Heme &amp; Immune  ·  Multisystem  ·  Ethics &amp; Patient Safety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pic>
        <p:nvPicPr>
          <p:cNvPr id="57" name="Image 1" descr="forms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732520"/>
            <a:ext cx="1097280" cy="109728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6217920" y="9793224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800" dirty="0"/>
          </a:p>
        </p:txBody>
      </p:sp>
      <p:sp>
        <p:nvSpPr>
          <p:cNvPr id="59" name="Text 55"/>
          <p:cNvSpPr/>
          <p:nvPr/>
        </p:nvSpPr>
        <p:spPr>
          <a:xfrm>
            <a:off x="457200" y="873252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HERE</a:t>
            </a:r>
            <a:endParaRPr lang="en-US" sz="1100" dirty="0"/>
          </a:p>
        </p:txBody>
      </p:sp>
      <p:sp>
        <p:nvSpPr>
          <p:cNvPr id="60" name="Text 56"/>
          <p:cNvSpPr/>
          <p:nvPr/>
        </p:nvSpPr>
        <p:spPr>
          <a:xfrm>
            <a:off x="457200" y="891540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forms.gle/Pj4tB985kpZGBKN59</a:t>
            </a:r>
            <a:endParaRPr lang="en-US" sz="2200" dirty="0"/>
          </a:p>
        </p:txBody>
      </p:sp>
      <p:sp>
        <p:nvSpPr>
          <p:cNvPr id="61" name="Text 57"/>
          <p:cNvSpPr/>
          <p:nvPr/>
        </p:nvSpPr>
        <p:spPr>
          <a:xfrm>
            <a:off x="457200" y="9390888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Reach out to Allan:</a:t>
            </a:r>
            <a:endParaRPr lang="en-US" sz="1050" dirty="0"/>
          </a:p>
        </p:txBody>
      </p:sp>
      <p:pic>
        <p:nvPicPr>
          <p:cNvPr id="62" name="Image 2" descr="email-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10344"/>
            <a:ext cx="182880" cy="182880"/>
          </a:xfrm>
          <a:prstGeom prst="rect">
            <a:avLst/>
          </a:prstGeom>
        </p:spPr>
      </p:pic>
      <p:sp>
        <p:nvSpPr>
          <p:cNvPr id="63" name="Text 58"/>
          <p:cNvSpPr/>
          <p:nvPr/>
        </p:nvSpPr>
        <p:spPr>
          <a:xfrm>
            <a:off x="694944" y="9592056"/>
            <a:ext cx="16687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6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9601200"/>
            <a:ext cx="201168" cy="201168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2825496" y="95920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66" name="Image 4" descr="phone-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658" y="9610344"/>
            <a:ext cx="182880" cy="18288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4740402" y="9592056"/>
            <a:ext cx="1120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  <p:sp>
        <p:nvSpPr>
          <p:cNvPr id="68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2026-05-02T18:07:15Z</dcterms:created>
  <dcterms:modified xsi:type="dcterms:W3CDTF">2026-05-02T18:07:15Z</dcterms:modified>
</cp:coreProperties>
</file>