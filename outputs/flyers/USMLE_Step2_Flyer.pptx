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8288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37744"/>
            <a:ext cx="4457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Enrolling now · July–October cohort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4457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68096"/>
            <a:ext cx="44577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2 CK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1517904"/>
            <a:ext cx="5829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Sharpen clinical reasoning. Move from facts to bedside decisions.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0" y="457200"/>
            <a:ext cx="1828800" cy="9601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0" y="804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3504" y="2002536"/>
            <a:ext cx="786384" cy="78638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3" name="Image 0" descr="al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39112"/>
            <a:ext cx="713232" cy="713232"/>
          </a:xfrm>
          <a:prstGeom prst="ellipse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508760" y="196596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508760" y="229514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PGY-1 Neurology Resident, Creighton University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508760" y="256946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Assistant  |  Epidemiology &amp; Biostatistics, Duke Global Health Institute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301752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312724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457200" y="358444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804160" y="301752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804160" y="312724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months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2804160" y="358444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151120" y="301752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151120" y="312724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5151120" y="358444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406908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57200" y="4069080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85800" y="427024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85800" y="42702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207008" y="423367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207008" y="456285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000500" y="406908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000500" y="4069080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29100" y="427024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229100" y="42702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750308" y="423367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4750308" y="456285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457200" y="533095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57200" y="5330952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85800" y="553212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85800" y="5532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1207008" y="549554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Qbank &amp; more</a:t>
            </a:r>
            <a:endParaRPr lang="en-US" sz="1500" dirty="0"/>
          </a:p>
        </p:txBody>
      </p:sp>
      <p:sp>
        <p:nvSpPr>
          <p:cNvPr id="43" name="Text 40"/>
          <p:cNvSpPr/>
          <p:nvPr/>
        </p:nvSpPr>
        <p:spPr>
          <a:xfrm>
            <a:off x="1207008" y="582472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textbook, Qbank, and high-yield supplements, with practice questions in every session.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4000500" y="533095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4000500" y="5330952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229100" y="553212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229100" y="5532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8" name="Text 45"/>
          <p:cNvSpPr/>
          <p:nvPr/>
        </p:nvSpPr>
        <p:spPr>
          <a:xfrm>
            <a:off x="4750308" y="549554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500" dirty="0"/>
          </a:p>
        </p:txBody>
      </p:sp>
      <p:sp>
        <p:nvSpPr>
          <p:cNvPr id="49" name="Text 46"/>
          <p:cNvSpPr/>
          <p:nvPr/>
        </p:nvSpPr>
        <p:spPr>
          <a:xfrm>
            <a:off x="4750308" y="582472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the ECFMG application, CV, personal statement, interview prep, and the residency match.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457200" y="64922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457200" y="680313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Medicine  ·  Surgery  ·  OB-GYN  ·  Pediatrics  ·  Psychiatry  ·  Family Medicine  ·  Preventive Medicine  ·  Ethics  ·  Biostatistics  ·  Patient Safety</a:t>
            </a:r>
            <a:endParaRPr lang="en-US" sz="1250" dirty="0"/>
          </a:p>
        </p:txBody>
      </p:sp>
      <p:sp>
        <p:nvSpPr>
          <p:cNvPr id="52" name="Shape 49"/>
          <p:cNvSpPr/>
          <p:nvPr/>
        </p:nvSpPr>
        <p:spPr>
          <a:xfrm>
            <a:off x="457200" y="7351776"/>
            <a:ext cx="6858000" cy="7315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57200" y="7351776"/>
            <a:ext cx="91440" cy="73152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31520" y="7424928"/>
            <a:ext cx="6492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400" dirty="0"/>
          </a:p>
        </p:txBody>
      </p:sp>
      <p:sp>
        <p:nvSpPr>
          <p:cNvPr id="55" name="Text 52"/>
          <p:cNvSpPr/>
          <p:nvPr/>
        </p:nvSpPr>
        <p:spPr>
          <a:xfrm>
            <a:off x="731520" y="768096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150" dirty="0"/>
          </a:p>
        </p:txBody>
      </p:sp>
      <p:sp>
        <p:nvSpPr>
          <p:cNvPr id="56" name="Text 53"/>
          <p:cNvSpPr/>
          <p:nvPr/>
        </p:nvSpPr>
        <p:spPr>
          <a:xfrm>
            <a:off x="457200" y="835761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SIGN UP, CONTACT ALLAN ON:</a:t>
            </a:r>
            <a:endParaRPr lang="en-US" sz="1100" dirty="0"/>
          </a:p>
        </p:txBody>
      </p:sp>
      <p:pic>
        <p:nvPicPr>
          <p:cNvPr id="57" name="Image 1" descr="email-amb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604504"/>
            <a:ext cx="237744" cy="237744"/>
          </a:xfrm>
          <a:prstGeom prst="rect">
            <a:avLst/>
          </a:prstGeom>
        </p:spPr>
      </p:pic>
      <p:sp>
        <p:nvSpPr>
          <p:cNvPr id="58" name="Text 54"/>
          <p:cNvSpPr/>
          <p:nvPr/>
        </p:nvSpPr>
        <p:spPr>
          <a:xfrm>
            <a:off x="768096" y="8577072"/>
            <a:ext cx="20263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200" dirty="0"/>
          </a:p>
        </p:txBody>
      </p:sp>
      <p:pic>
        <p:nvPicPr>
          <p:cNvPr id="59" name="Image 2" descr="whatsap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610" y="8595360"/>
            <a:ext cx="256032" cy="256032"/>
          </a:xfrm>
          <a:prstGeom prst="rect">
            <a:avLst/>
          </a:prstGeom>
        </p:spPr>
      </p:pic>
      <p:sp>
        <p:nvSpPr>
          <p:cNvPr id="60" name="Text 55"/>
          <p:cNvSpPr/>
          <p:nvPr/>
        </p:nvSpPr>
        <p:spPr>
          <a:xfrm>
            <a:off x="3377794" y="8577072"/>
            <a:ext cx="14374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+256 705 571 443</a:t>
            </a:r>
            <a:endParaRPr lang="en-US" sz="1200" dirty="0"/>
          </a:p>
        </p:txBody>
      </p:sp>
      <p:pic>
        <p:nvPicPr>
          <p:cNvPr id="61" name="Image 3" descr="phone-amb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8604504"/>
            <a:ext cx="237744" cy="237744"/>
          </a:xfrm>
          <a:prstGeom prst="rect">
            <a:avLst/>
          </a:prstGeom>
        </p:spPr>
      </p:pic>
      <p:sp>
        <p:nvSpPr>
          <p:cNvPr id="62" name="Text 56"/>
          <p:cNvSpPr/>
          <p:nvPr/>
        </p:nvSpPr>
        <p:spPr>
          <a:xfrm>
            <a:off x="5751576" y="8577072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+1 984 710 2902</a:t>
            </a:r>
            <a:endParaRPr lang="en-US" sz="1200" dirty="0"/>
          </a:p>
        </p:txBody>
      </p:sp>
      <p:sp>
        <p:nvSpPr>
          <p:cNvPr id="63" name="Text 57"/>
          <p:cNvSpPr/>
          <p:nvPr/>
        </p:nvSpPr>
        <p:spPr>
          <a:xfrm>
            <a:off x="457200" y="8924544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enrolled, you'll be granted access to all course materials at:</a:t>
            </a:r>
            <a:endParaRPr lang="en-US" sz="1050" dirty="0"/>
          </a:p>
        </p:txBody>
      </p:sp>
      <p:sp>
        <p:nvSpPr>
          <p:cNvPr id="64" name="Text 58"/>
          <p:cNvSpPr/>
          <p:nvPr/>
        </p:nvSpPr>
        <p:spPr>
          <a:xfrm>
            <a:off x="457200" y="9107424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77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200" dirty="0"/>
          </a:p>
        </p:txBody>
      </p:sp>
      <p:sp>
        <p:nvSpPr>
          <p:cNvPr id="65" name="Shape 59"/>
          <p:cNvSpPr/>
          <p:nvPr/>
        </p:nvSpPr>
        <p:spPr>
          <a:xfrm>
            <a:off x="0" y="9875520"/>
            <a:ext cx="7772400" cy="457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6" name="Shape 60"/>
          <p:cNvSpPr/>
          <p:nvPr/>
        </p:nvSpPr>
        <p:spPr>
          <a:xfrm>
            <a:off x="0" y="9921240"/>
            <a:ext cx="7772400" cy="1371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2 CK — Class Flyer</dc:title>
  <dc:subject>PptxGenJS Presentation</dc:subject>
  <dc:creator>Allan Bakesiga</dc:creator>
  <cp:lastModifiedBy>Allan Bakesiga</cp:lastModifiedBy>
  <cp:revision>1</cp:revision>
  <dcterms:created xsi:type="dcterms:W3CDTF">2026-05-02T06:57:36Z</dcterms:created>
  <dcterms:modified xsi:type="dcterms:W3CDTF">2026-05-02T06:57:36Z</dcterms:modified>
</cp:coreProperties>
</file>