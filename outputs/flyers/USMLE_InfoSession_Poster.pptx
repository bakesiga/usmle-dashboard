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7482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74820" y="0"/>
            <a:ext cx="349758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 ·  JULY–OCTOBER COHORT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9377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 · STEP 1 + STEP 2 CK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786384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Info Session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457200" y="151790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questions about the cohort. Open Q&amp;A, no commitment.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0" y="457200"/>
            <a:ext cx="1828800" cy="1188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0" y="78638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MAY 9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0" y="1188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7:00 PM EAT  ·  12:00 PM EDT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0" y="1417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 · open Q&amp;A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87452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" y="200253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5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39112"/>
            <a:ext cx="713232" cy="713232"/>
          </a:xfrm>
          <a:prstGeom prst="ellipse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508760" y="196596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508760" y="22951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508760" y="256946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57200" y="3063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 ·  ~60 minutes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3383280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7200" y="3383280"/>
            <a:ext cx="91440" cy="1188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" y="358444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85800" y="3584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207008" y="35478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structure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207008" y="3877056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Mon–Sun classes, 4-month roadmap, how the syllabus flows topic-by-topic.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000500" y="3383280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000500" y="3383280"/>
            <a:ext cx="91440" cy="1188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29100" y="358444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229100" y="3584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4750308" y="35478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&amp; resources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750308" y="3877056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textbook, Qbank, and curated supplements walked through together.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57200" y="4736592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57200" y="4736592"/>
            <a:ext cx="91440" cy="11887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85800" y="49377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5800" y="4937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1207008" y="49011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1207008" y="5230368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Steps 1 &amp; 2 CK, ECFMG application, CV, personal statement, interviews, and the residency match.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000500" y="4736592"/>
            <a:ext cx="33147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000500" y="4736592"/>
            <a:ext cx="91440" cy="1188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29100" y="49377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229100" y="4937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4750308" y="49011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enrollment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4750308" y="5230368"/>
            <a:ext cx="2473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Pricing, payment options, the combined Step 1+2 expedited track, and how to join the July–October cohort.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57200" y="6172200"/>
            <a:ext cx="6858000" cy="14173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57200" y="6172200"/>
            <a:ext cx="91440" cy="7086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57200" y="6880860"/>
            <a:ext cx="91440" cy="7086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31520" y="6281928"/>
            <a:ext cx="6492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ZOOM SESSION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731520" y="650138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Saturday, May 9, 2026  ·  7:00 PM EAT  ·  12:00 PM EDT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731520" y="6793992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https://us02web.zoom.us/j/PLACEHOLDER</a:t>
            </a:r>
            <a:endParaRPr lang="en-US" sz="1800" dirty="0"/>
          </a:p>
        </p:txBody>
      </p:sp>
      <p:sp>
        <p:nvSpPr>
          <p:cNvPr id="50" name="Text 47"/>
          <p:cNvSpPr/>
          <p:nvPr/>
        </p:nvSpPr>
        <p:spPr>
          <a:xfrm>
            <a:off x="731520" y="719632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ID: PLACEHOLDER    ·    Passcode: PLACEHOLDER</a:t>
            </a:r>
            <a:endParaRPr lang="en-US" sz="1150" dirty="0"/>
          </a:p>
        </p:txBody>
      </p:sp>
      <p:sp>
        <p:nvSpPr>
          <p:cNvPr id="51" name="Text 48"/>
          <p:cNvSpPr/>
          <p:nvPr/>
        </p:nvSpPr>
        <p:spPr>
          <a:xfrm>
            <a:off x="457200" y="781812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MAKE IT? CONTACT ALLAN ANY TIME ON:</a:t>
            </a:r>
            <a:endParaRPr lang="en-US" sz="1100" dirty="0"/>
          </a:p>
        </p:txBody>
      </p:sp>
      <p:pic>
        <p:nvPicPr>
          <p:cNvPr id="52" name="Image 1" descr="email-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101584"/>
            <a:ext cx="237744" cy="237744"/>
          </a:xfrm>
          <a:prstGeom prst="rect">
            <a:avLst/>
          </a:prstGeom>
        </p:spPr>
      </p:pic>
      <p:sp>
        <p:nvSpPr>
          <p:cNvPr id="53" name="Text 49"/>
          <p:cNvSpPr/>
          <p:nvPr/>
        </p:nvSpPr>
        <p:spPr>
          <a:xfrm>
            <a:off x="768096" y="8074152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54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610" y="8092440"/>
            <a:ext cx="256032" cy="256032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3377794" y="8074152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56" name="Image 3" descr="phone-bl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101584"/>
            <a:ext cx="237744" cy="237744"/>
          </a:xfrm>
          <a:prstGeom prst="rect">
            <a:avLst/>
          </a:prstGeom>
        </p:spPr>
      </p:pic>
      <p:sp>
        <p:nvSpPr>
          <p:cNvPr id="57" name="Text 51"/>
          <p:cNvSpPr/>
          <p:nvPr/>
        </p:nvSpPr>
        <p:spPr>
          <a:xfrm>
            <a:off x="5751576" y="8074152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58" name="Text 52"/>
          <p:cNvSpPr/>
          <p:nvPr/>
        </p:nvSpPr>
        <p:spPr>
          <a:xfrm>
            <a:off x="457200" y="860450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materials and class recordings live at:</a:t>
            </a:r>
            <a:endParaRPr lang="en-US" sz="1050" dirty="0"/>
          </a:p>
        </p:txBody>
      </p:sp>
      <p:sp>
        <p:nvSpPr>
          <p:cNvPr id="59" name="Text 53"/>
          <p:cNvSpPr/>
          <p:nvPr/>
        </p:nvSpPr>
        <p:spPr>
          <a:xfrm>
            <a:off x="457200" y="880567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0" name="Shape 54"/>
          <p:cNvSpPr/>
          <p:nvPr/>
        </p:nvSpPr>
        <p:spPr>
          <a:xfrm>
            <a:off x="0" y="9875520"/>
            <a:ext cx="427482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1" name="Shape 55"/>
          <p:cNvSpPr/>
          <p:nvPr/>
        </p:nvSpPr>
        <p:spPr>
          <a:xfrm>
            <a:off x="4274820" y="9875520"/>
            <a:ext cx="349758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2" name="Shape 56"/>
          <p:cNvSpPr/>
          <p:nvPr/>
        </p:nvSpPr>
        <p:spPr>
          <a:xfrm>
            <a:off x="0" y="9921240"/>
            <a:ext cx="427482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63" name="Shape 57"/>
          <p:cNvSpPr/>
          <p:nvPr/>
        </p:nvSpPr>
        <p:spPr>
          <a:xfrm>
            <a:off x="4274820" y="9921240"/>
            <a:ext cx="349758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Info Session — Step 1 &amp; Step 2 CK</dc:title>
  <dc:subject>PptxGenJS Presentation</dc:subject>
  <dc:creator>Allan Bakesiga</dc:creator>
  <cp:lastModifiedBy>Allan Bakesiga</cp:lastModifiedBy>
  <cp:revision>1</cp:revision>
  <dcterms:created xsi:type="dcterms:W3CDTF">2026-05-02T09:20:09Z</dcterms:created>
  <dcterms:modified xsi:type="dcterms:W3CDTF">2026-05-02T09:20:09Z</dcterms:modified>
</cp:coreProperties>
</file>