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772400" cy="10058400"/>
  <p:notesSz cx="10058400" cy="7772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74820" cy="182880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74820" y="0"/>
            <a:ext cx="3497580" cy="18288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 ·  JULY–OCTOBER COHORT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493776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USMLE · STEP 1 + STEP 2 CK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786384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Info Session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457200" y="1517904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your questions about the cohort. Open Q&amp;A, no commitment.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0" y="457200"/>
            <a:ext cx="1828800" cy="11887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0" y="5029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6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0" y="786384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MAY 9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486400" y="11887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11:00 AM EDT  ·  6:00 PM EAT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0" y="141732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min · open Q&amp;A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1874520"/>
            <a:ext cx="6858000" cy="1005840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3504" y="2002536"/>
            <a:ext cx="786384" cy="786384"/>
          </a:xfrm>
          <a:prstGeom prst="ellipse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pic>
        <p:nvPicPr>
          <p:cNvPr id="15" name="Image 0" descr="alla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039112"/>
            <a:ext cx="713232" cy="713232"/>
          </a:xfrm>
          <a:prstGeom prst="ellipse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508760" y="1965960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 Bakesiga, MD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1508760" y="229514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 (Makerere)  ·  MScGH (Duke)  ·  PGY-1 Neurology Resident, Creighton University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1508760" y="2569464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Assistant  |  Epidemiology &amp; Biostatistics, Duke Global Health Institute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457200" y="30632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WE'LL COVER  ·  ~60 minutes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3383280"/>
            <a:ext cx="331470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57200" y="3383280"/>
            <a:ext cx="91440" cy="118872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85800" y="3584448"/>
            <a:ext cx="438912" cy="438912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85800" y="358444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1207008" y="3547872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residency journey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1207008" y="3877056"/>
            <a:ext cx="24734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MD to US residency: ECFMG eligibility, the exam timeline, and how the match cycle works.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4000500" y="3383280"/>
            <a:ext cx="331470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4000500" y="3383280"/>
            <a:ext cx="91440" cy="1188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229100" y="3584448"/>
            <a:ext cx="438912" cy="43891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229100" y="358444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4750308" y="3547872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classes work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4750308" y="3877056"/>
            <a:ext cx="24734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Mon–Sun sessions, 4-month roadmap, full textbook + Qbank walkthrough, office hours outside class.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457200" y="4736592"/>
            <a:ext cx="331470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457200" y="4736592"/>
            <a:ext cx="91440" cy="118872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85800" y="4937760"/>
            <a:ext cx="438912" cy="438912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85800" y="49377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800" dirty="0"/>
          </a:p>
        </p:txBody>
      </p:sp>
      <p:sp>
        <p:nvSpPr>
          <p:cNvPr id="36" name="Text 33"/>
          <p:cNvSpPr/>
          <p:nvPr/>
        </p:nvSpPr>
        <p:spPr>
          <a:xfrm>
            <a:off x="1207008" y="4901184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prep</a:t>
            </a:r>
            <a:endParaRPr lang="en-US" sz="1500" dirty="0"/>
          </a:p>
        </p:txBody>
      </p:sp>
      <p:sp>
        <p:nvSpPr>
          <p:cNvPr id="37" name="Text 34"/>
          <p:cNvSpPr/>
          <p:nvPr/>
        </p:nvSpPr>
        <p:spPr>
          <a:xfrm>
            <a:off x="1207008" y="5230368"/>
            <a:ext cx="24734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Foundational sciences (Pathology, Physiology, Pharm, and the rest) across all the high-yield organ systems.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4000500" y="4736592"/>
            <a:ext cx="331470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9" name="Shape 36"/>
          <p:cNvSpPr/>
          <p:nvPr/>
        </p:nvSpPr>
        <p:spPr>
          <a:xfrm>
            <a:off x="4000500" y="4736592"/>
            <a:ext cx="91440" cy="1188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229100" y="4937760"/>
            <a:ext cx="438912" cy="43891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4229100" y="49377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800" dirty="0"/>
          </a:p>
        </p:txBody>
      </p:sp>
      <p:sp>
        <p:nvSpPr>
          <p:cNvPr id="42" name="Text 39"/>
          <p:cNvSpPr/>
          <p:nvPr/>
        </p:nvSpPr>
        <p:spPr>
          <a:xfrm>
            <a:off x="4750308" y="4901184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CK prep</a:t>
            </a:r>
            <a:endParaRPr lang="en-US" sz="1500" dirty="0"/>
          </a:p>
        </p:txBody>
      </p:sp>
      <p:sp>
        <p:nvSpPr>
          <p:cNvPr id="43" name="Text 40"/>
          <p:cNvSpPr/>
          <p:nvPr/>
        </p:nvSpPr>
        <p:spPr>
          <a:xfrm>
            <a:off x="4750308" y="5230368"/>
            <a:ext cx="24734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reasoning across Medicine, Surgery, Pediatrics, OB/GYN, Psychiatry, and Family Medicine — case-based.</a:t>
            </a:r>
            <a:endParaRPr lang="en-US" sz="1150" dirty="0"/>
          </a:p>
        </p:txBody>
      </p:sp>
      <p:sp>
        <p:nvSpPr>
          <p:cNvPr id="44" name="Shape 41"/>
          <p:cNvSpPr/>
          <p:nvPr/>
        </p:nvSpPr>
        <p:spPr>
          <a:xfrm>
            <a:off x="457200" y="6172200"/>
            <a:ext cx="6858000" cy="141732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457200" y="6172200"/>
            <a:ext cx="91440" cy="70866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57200" y="6880860"/>
            <a:ext cx="91440" cy="7086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731520" y="6281928"/>
            <a:ext cx="5102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THE ZOOM SESSION</a:t>
            </a:r>
            <a:endParaRPr lang="en-US" sz="1100" dirty="0"/>
          </a:p>
        </p:txBody>
      </p:sp>
      <p:sp>
        <p:nvSpPr>
          <p:cNvPr id="48" name="Text 45"/>
          <p:cNvSpPr/>
          <p:nvPr/>
        </p:nvSpPr>
        <p:spPr>
          <a:xfrm>
            <a:off x="731520" y="6501384"/>
            <a:ext cx="5102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Saturday, May 9, 2026</a:t>
            </a:r>
            <a:endParaRPr lang="en-US" sz="1300" dirty="0"/>
          </a:p>
        </p:txBody>
      </p:sp>
      <p:sp>
        <p:nvSpPr>
          <p:cNvPr id="49" name="Text 46"/>
          <p:cNvSpPr/>
          <p:nvPr/>
        </p:nvSpPr>
        <p:spPr>
          <a:xfrm>
            <a:off x="731520" y="6739128"/>
            <a:ext cx="5102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11:00 AM EDT  ·  6:00 PM EAT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731520" y="6995160"/>
            <a:ext cx="51023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duke.zoom.us/j/96991939005</a:t>
            </a:r>
            <a:endParaRPr lang="en-US" sz="1800" dirty="0"/>
          </a:p>
        </p:txBody>
      </p:sp>
      <p:sp>
        <p:nvSpPr>
          <p:cNvPr id="51" name="Text 48"/>
          <p:cNvSpPr/>
          <p:nvPr/>
        </p:nvSpPr>
        <p:spPr>
          <a:xfrm>
            <a:off x="731520" y="7306056"/>
            <a:ext cx="5102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ID: 969 9193 9005</a:t>
            </a:r>
            <a:endParaRPr lang="en-US" sz="1050" dirty="0"/>
          </a:p>
        </p:txBody>
      </p:sp>
      <p:pic>
        <p:nvPicPr>
          <p:cNvPr id="52" name="Image 1" descr="zoom_q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6752" y="6286500"/>
            <a:ext cx="1188720" cy="1188720"/>
          </a:xfrm>
          <a:prstGeom prst="rect">
            <a:avLst/>
          </a:prstGeom>
        </p:spPr>
      </p:pic>
      <p:sp>
        <p:nvSpPr>
          <p:cNvPr id="53" name="Text 49"/>
          <p:cNvSpPr/>
          <p:nvPr/>
        </p:nvSpPr>
        <p:spPr>
          <a:xfrm>
            <a:off x="6016752" y="7429500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to join</a:t>
            </a:r>
            <a:endParaRPr lang="en-US" sz="800" dirty="0"/>
          </a:p>
        </p:txBody>
      </p:sp>
      <p:sp>
        <p:nvSpPr>
          <p:cNvPr id="54" name="Text 50"/>
          <p:cNvSpPr/>
          <p:nvPr/>
        </p:nvSpPr>
        <p:spPr>
          <a:xfrm>
            <a:off x="457200" y="7818120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CAN'T MAKE IT? CONTACT ALLAN ANY TIME ON:</a:t>
            </a:r>
            <a:endParaRPr lang="en-US" sz="1100" dirty="0"/>
          </a:p>
        </p:txBody>
      </p:sp>
      <p:pic>
        <p:nvPicPr>
          <p:cNvPr id="55" name="Image 2" descr="email-blu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8101584"/>
            <a:ext cx="237744" cy="237744"/>
          </a:xfrm>
          <a:prstGeom prst="rect">
            <a:avLst/>
          </a:prstGeom>
        </p:spPr>
      </p:pic>
      <p:sp>
        <p:nvSpPr>
          <p:cNvPr id="56" name="Text 51"/>
          <p:cNvSpPr/>
          <p:nvPr/>
        </p:nvSpPr>
        <p:spPr>
          <a:xfrm>
            <a:off x="768096" y="8074152"/>
            <a:ext cx="20263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allanbakesiga@gmail.com</a:t>
            </a:r>
            <a:endParaRPr lang="en-US" sz="1200" dirty="0"/>
          </a:p>
        </p:txBody>
      </p:sp>
      <p:pic>
        <p:nvPicPr>
          <p:cNvPr id="57" name="Image 3" descr="whatsapp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610" y="8092440"/>
            <a:ext cx="256032" cy="256032"/>
          </a:xfrm>
          <a:prstGeom prst="rect">
            <a:avLst/>
          </a:prstGeom>
        </p:spPr>
      </p:pic>
      <p:sp>
        <p:nvSpPr>
          <p:cNvPr id="58" name="Text 52"/>
          <p:cNvSpPr/>
          <p:nvPr/>
        </p:nvSpPr>
        <p:spPr>
          <a:xfrm>
            <a:off x="3377794" y="8074152"/>
            <a:ext cx="14374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+256 705 571 443</a:t>
            </a:r>
            <a:endParaRPr lang="en-US" sz="1200" dirty="0"/>
          </a:p>
        </p:txBody>
      </p:sp>
      <p:pic>
        <p:nvPicPr>
          <p:cNvPr id="59" name="Image 4" descr="phone-blu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40680" y="8101584"/>
            <a:ext cx="237744" cy="237744"/>
          </a:xfrm>
          <a:prstGeom prst="rect">
            <a:avLst/>
          </a:prstGeom>
        </p:spPr>
      </p:pic>
      <p:sp>
        <p:nvSpPr>
          <p:cNvPr id="60" name="Text 53"/>
          <p:cNvSpPr/>
          <p:nvPr/>
        </p:nvSpPr>
        <p:spPr>
          <a:xfrm>
            <a:off x="5751576" y="8074152"/>
            <a:ext cx="1353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+1 984 710 2902</a:t>
            </a:r>
            <a:endParaRPr lang="en-US" sz="1200" dirty="0"/>
          </a:p>
        </p:txBody>
      </p:sp>
      <p:sp>
        <p:nvSpPr>
          <p:cNvPr id="61" name="Text 54"/>
          <p:cNvSpPr/>
          <p:nvPr/>
        </p:nvSpPr>
        <p:spPr>
          <a:xfrm>
            <a:off x="457200" y="8604504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more about the cohort or sign up here:</a:t>
            </a:r>
            <a:endParaRPr lang="en-US" sz="1050" dirty="0"/>
          </a:p>
        </p:txBody>
      </p:sp>
      <p:sp>
        <p:nvSpPr>
          <p:cNvPr id="62" name="Text 55"/>
          <p:cNvSpPr/>
          <p:nvPr/>
        </p:nvSpPr>
        <p:spPr>
          <a:xfrm>
            <a:off x="457200" y="8805672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284C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bakesiga.github.io/usmle-dashboard</a:t>
            </a:r>
            <a:endParaRPr lang="en-US" sz="2200" dirty="0"/>
          </a:p>
        </p:txBody>
      </p:sp>
      <p:sp>
        <p:nvSpPr>
          <p:cNvPr id="63" name="Shape 56"/>
          <p:cNvSpPr/>
          <p:nvPr/>
        </p:nvSpPr>
        <p:spPr>
          <a:xfrm>
            <a:off x="0" y="9875520"/>
            <a:ext cx="4274820" cy="4572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64" name="Shape 57"/>
          <p:cNvSpPr/>
          <p:nvPr/>
        </p:nvSpPr>
        <p:spPr>
          <a:xfrm>
            <a:off x="4274820" y="9875520"/>
            <a:ext cx="3497580" cy="457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5" name="Shape 58"/>
          <p:cNvSpPr/>
          <p:nvPr/>
        </p:nvSpPr>
        <p:spPr>
          <a:xfrm>
            <a:off x="0" y="9921240"/>
            <a:ext cx="4274820" cy="13716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66" name="Shape 59"/>
          <p:cNvSpPr/>
          <p:nvPr/>
        </p:nvSpPr>
        <p:spPr>
          <a:xfrm>
            <a:off x="4274820" y="9921240"/>
            <a:ext cx="3497580" cy="1371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USMLE Info Session — Step 1 &amp; Step 2 CK</dc:title>
  <dc:subject>PptxGenJS Presentation</dc:subject>
  <dc:creator>Allan Bakesiga</dc:creator>
  <cp:lastModifiedBy>Allan Bakesiga</cp:lastModifiedBy>
  <cp:revision>1</cp:revision>
  <dcterms:created xsi:type="dcterms:W3CDTF">2026-05-09T02:21:27Z</dcterms:created>
  <dcterms:modified xsi:type="dcterms:W3CDTF">2026-05-09T02:21:27Z</dcterms:modified>
</cp:coreProperties>
</file>