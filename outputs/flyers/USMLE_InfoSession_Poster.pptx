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7482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74820" y="0"/>
            <a:ext cx="349758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COHORT  ·  SIGN UP  ·  LIMITED SLOTS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9377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 · STEP 1 + STEP 2 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78638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Q&amp;A, no commitment.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457200"/>
            <a:ext cx="1828800" cy="1188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7863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 · open Q&amp;A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5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063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 ·  ~60 minutes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383280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35844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070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residency journey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070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MD to US residency: ECFMG eligibility, the exam timeline, and how the match cycle works.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0005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000500" y="3383280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29100" y="35844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291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7503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7503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Mon–Sun sessions, 4-month roadmap, full textbook + Qbank walkthrough, office hours outside class.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57200" y="4736592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49377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2070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2070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sciences (Pathology, Physiology, Pharm, and the rest) across all the high-yield organ systems.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0005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000500" y="4736592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29100" y="49377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91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47503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47503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reasoning across Medicine, Surgery, Pediatrics, OB/GYN, Psychiatry, and Family Medicine — case-based.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57200" y="6172200"/>
            <a:ext cx="6858000" cy="14173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57200" y="6172200"/>
            <a:ext cx="91440" cy="7086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57200" y="6880860"/>
            <a:ext cx="91440" cy="7086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31520" y="62819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ZOOM SESSION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31520" y="6501384"/>
            <a:ext cx="5102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Saturday, May 9, 2026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731520" y="67391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731520" y="6995160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duke.zoom.us/j/96991939005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731520" y="730605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ID: 969 9193 9005</a:t>
            </a:r>
            <a:endParaRPr lang="en-US" sz="1050" dirty="0"/>
          </a:p>
        </p:txBody>
      </p:sp>
      <p:pic>
        <p:nvPicPr>
          <p:cNvPr id="52" name="Image 1" descr="zoom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6286500"/>
            <a:ext cx="1188720" cy="1188720"/>
          </a:xfrm>
          <a:prstGeom prst="rect">
            <a:avLst/>
          </a:prstGeom>
        </p:spPr>
      </p:pic>
      <p:sp>
        <p:nvSpPr>
          <p:cNvPr id="53" name="Text 49"/>
          <p:cNvSpPr/>
          <p:nvPr/>
        </p:nvSpPr>
        <p:spPr>
          <a:xfrm>
            <a:off x="6016752" y="74295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join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57200" y="781812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MAKE IT? CONTACT ALLAN ANY TIME ON:</a:t>
            </a:r>
            <a:endParaRPr lang="en-US" sz="1100" dirty="0"/>
          </a:p>
        </p:txBody>
      </p:sp>
      <p:pic>
        <p:nvPicPr>
          <p:cNvPr id="55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101584"/>
            <a:ext cx="237744" cy="237744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768096" y="807415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7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610" y="8092440"/>
            <a:ext cx="256032" cy="256032"/>
          </a:xfrm>
          <a:prstGeom prst="rect">
            <a:avLst/>
          </a:prstGeom>
        </p:spPr>
      </p:pic>
      <p:sp>
        <p:nvSpPr>
          <p:cNvPr id="58" name="Text 52"/>
          <p:cNvSpPr/>
          <p:nvPr/>
        </p:nvSpPr>
        <p:spPr>
          <a:xfrm>
            <a:off x="3377794" y="807415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59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8101584"/>
            <a:ext cx="237744" cy="237744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5751576" y="807415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1" name="Text 54"/>
          <p:cNvSpPr/>
          <p:nvPr/>
        </p:nvSpPr>
        <p:spPr>
          <a:xfrm>
            <a:off x="457200" y="8604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about the cohort or sign up here:</a:t>
            </a:r>
            <a:endParaRPr lang="en-US" sz="1050" dirty="0"/>
          </a:p>
        </p:txBody>
      </p:sp>
      <p:sp>
        <p:nvSpPr>
          <p:cNvPr id="62" name="Text 55"/>
          <p:cNvSpPr/>
          <p:nvPr/>
        </p:nvSpPr>
        <p:spPr>
          <a:xfrm>
            <a:off x="457200" y="88056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3" name="Shape 56"/>
          <p:cNvSpPr/>
          <p:nvPr/>
        </p:nvSpPr>
        <p:spPr>
          <a:xfrm>
            <a:off x="0" y="9875520"/>
            <a:ext cx="427482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4274820" y="9875520"/>
            <a:ext cx="349758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0" y="9921240"/>
            <a:ext cx="427482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4274820" y="9921240"/>
            <a:ext cx="349758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Step 1 &amp; Step 2 CK</dc:title>
  <dc:subject>PptxGenJS Presentation</dc:subject>
  <dc:creator>Allan Bakesiga</dc:creator>
  <cp:lastModifiedBy>Allan Bakesiga</cp:lastModifiedBy>
  <cp:revision>1</cp:revision>
  <dcterms:created xsi:type="dcterms:W3CDTF">2026-05-09T02:24:04Z</dcterms:created>
  <dcterms:modified xsi:type="dcterms:W3CDTF">2026-05-09T02:24:04Z</dcterms:modified>
</cp:coreProperties>
</file>