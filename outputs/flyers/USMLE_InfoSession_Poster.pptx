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74820" cy="18288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74820" y="0"/>
            <a:ext cx="349758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·  JULY–OCTOBER COHORT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USMLE · STEP 1 + STEP 2 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8638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 Session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questions about the cohort. Open Q&amp;A, no commitment.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457200"/>
            <a:ext cx="1828800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502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MAY 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 EDT  ·  6:00 PM EAT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open Q&amp;A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6858000" cy="100584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2002536"/>
            <a:ext cx="786384" cy="78638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5" name="Image 0" descr="all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39112"/>
            <a:ext cx="713232" cy="713232"/>
          </a:xfrm>
          <a:prstGeom prst="ellipse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08760" y="196596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 Bakesiga, MD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08760" y="22951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(Makerere)  ·  MScGH (Duke)  ·  PGY-1 Neurology Resident, Creighton University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08760" y="2569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Assistant  |  Epidemiology &amp; Biostatistics, Duke Global Health Institute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3063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 ·  ~60 minutes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383280"/>
            <a:ext cx="33147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0C2A3D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383280"/>
            <a:ext cx="91440" cy="1188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584448"/>
            <a:ext cx="438912" cy="438912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07008" y="3547872"/>
            <a:ext cx="247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structure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07008" y="3877056"/>
            <a:ext cx="24734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Mon–Sun classes, 4-month roadmap, how the syllabus flows topic-by-topic.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000500" y="3383280"/>
            <a:ext cx="33147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0C2A3D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000500" y="3383280"/>
            <a:ext cx="914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29100" y="3584448"/>
            <a:ext cx="438912" cy="43891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2910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4750308" y="3547872"/>
            <a:ext cx="247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resources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750308" y="3877056"/>
            <a:ext cx="24734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textbook, Qbank, and curated supplements walked through together.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57200" y="4736592"/>
            <a:ext cx="33147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0C2A3D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7200" y="4736592"/>
            <a:ext cx="91440" cy="1188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5800" y="4937760"/>
            <a:ext cx="438912" cy="438912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" y="4937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207008" y="4901184"/>
            <a:ext cx="247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mentorship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207008" y="5230368"/>
            <a:ext cx="24734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Steps 1 &amp; 2 CK, ECFMG application, CV, personal statement, interviews, and the residency match.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4000500" y="4736592"/>
            <a:ext cx="33147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0C2A3D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000500" y="4736592"/>
            <a:ext cx="914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229100" y="4937760"/>
            <a:ext cx="438912" cy="43891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229100" y="4937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4750308" y="4901184"/>
            <a:ext cx="247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enrollment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4750308" y="5230368"/>
            <a:ext cx="24734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payment options, the combined Step 1+2 expedited track, and how to join the July–October cohort.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457200" y="6172200"/>
            <a:ext cx="6858000" cy="141732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57200" y="6172200"/>
            <a:ext cx="91440" cy="7086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7200" y="6880860"/>
            <a:ext cx="91440" cy="7086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31520" y="628192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ZOOM SESSION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31520" y="650138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Saturday, May 9, 2026  ·  11:00 AM EDT  ·  6:00 PM EAT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731520" y="679399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duke.zoom.us/j/96991939005</a:t>
            </a:r>
            <a:endParaRPr lang="en-US" sz="2200" dirty="0"/>
          </a:p>
        </p:txBody>
      </p:sp>
      <p:sp>
        <p:nvSpPr>
          <p:cNvPr id="50" name="Text 47"/>
          <p:cNvSpPr/>
          <p:nvPr/>
        </p:nvSpPr>
        <p:spPr>
          <a:xfrm>
            <a:off x="731520" y="71963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ID: 969 9193 9005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457200" y="78181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MAKE IT? CONTACT ALLAN ANY TIME ON:</a:t>
            </a:r>
            <a:endParaRPr lang="en-US" sz="1100" dirty="0"/>
          </a:p>
        </p:txBody>
      </p:sp>
      <p:pic>
        <p:nvPicPr>
          <p:cNvPr id="52" name="Image 1" descr="email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101584"/>
            <a:ext cx="237744" cy="237744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768096" y="8074152"/>
            <a:ext cx="20263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allanbakesiga@gmail.com</a:t>
            </a:r>
            <a:endParaRPr lang="en-US" sz="1200" dirty="0"/>
          </a:p>
        </p:txBody>
      </p:sp>
      <p:pic>
        <p:nvPicPr>
          <p:cNvPr id="54" name="Image 2" descr="whatsap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610" y="8092440"/>
            <a:ext cx="256032" cy="256032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3377794" y="8074152"/>
            <a:ext cx="14374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+256 705 571 443</a:t>
            </a:r>
            <a:endParaRPr lang="en-US" sz="1200" dirty="0"/>
          </a:p>
        </p:txBody>
      </p:sp>
      <p:pic>
        <p:nvPicPr>
          <p:cNvPr id="56" name="Image 3" descr="phone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8101584"/>
            <a:ext cx="237744" cy="237744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5751576" y="807415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+1 984 710 2902</a:t>
            </a:r>
            <a:endParaRPr lang="en-US" sz="1200" dirty="0"/>
          </a:p>
        </p:txBody>
      </p:sp>
      <p:sp>
        <p:nvSpPr>
          <p:cNvPr id="58" name="Text 52"/>
          <p:cNvSpPr/>
          <p:nvPr/>
        </p:nvSpPr>
        <p:spPr>
          <a:xfrm>
            <a:off x="457200" y="86045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 and class recordings live at:</a:t>
            </a:r>
            <a:endParaRPr lang="en-US" sz="1050" dirty="0"/>
          </a:p>
        </p:txBody>
      </p:sp>
      <p:sp>
        <p:nvSpPr>
          <p:cNvPr id="59" name="Text 53"/>
          <p:cNvSpPr/>
          <p:nvPr/>
        </p:nvSpPr>
        <p:spPr>
          <a:xfrm>
            <a:off x="457200" y="88056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bakesiga.github.io/usmle-dashboard</a:t>
            </a:r>
            <a:endParaRPr lang="en-US" sz="2200" dirty="0"/>
          </a:p>
        </p:txBody>
      </p:sp>
      <p:sp>
        <p:nvSpPr>
          <p:cNvPr id="60" name="Shape 54"/>
          <p:cNvSpPr/>
          <p:nvPr/>
        </p:nvSpPr>
        <p:spPr>
          <a:xfrm>
            <a:off x="0" y="9875520"/>
            <a:ext cx="4274820" cy="4572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4274820" y="9875520"/>
            <a:ext cx="3497580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0" y="9921240"/>
            <a:ext cx="4274820" cy="1371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4274820" y="9921240"/>
            <a:ext cx="349758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USMLE Info Session — Step 1 &amp; Step 2 CK</dc:title>
  <dc:subject>PptxGenJS Presentation</dc:subject>
  <dc:creator>Allan Bakesiga</dc:creator>
  <cp:lastModifiedBy>Allan Bakesiga</cp:lastModifiedBy>
  <cp:revision>1</cp:revision>
  <dcterms:created xsi:type="dcterms:W3CDTF">2026-05-02T09:23:07Z</dcterms:created>
  <dcterms:modified xsi:type="dcterms:W3CDTF">2026-05-02T09:23:07Z</dcterms:modified>
</cp:coreProperties>
</file>