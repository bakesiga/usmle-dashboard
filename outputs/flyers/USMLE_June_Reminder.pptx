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USMLE STEP 1  ·  WHAT WE'RE COVERING IN JUNE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 DAYS TO GO  ·  JUNE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72784" y="649224"/>
            <a:ext cx="1444752" cy="144475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allan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6858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2130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Bakesiga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MD (Makerere) · MScGH (Duke)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PGY-1 Neurology (Creighton)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097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June at a glance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30 days · 4 subjects · daily live Zoom classes.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0292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5:00 – 7:30 AM EAT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9:00 – 11:30 PM CST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10:00 PM – 12:30 AM EST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97180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063240"/>
            <a:ext cx="3520440" cy="685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97180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3044952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" y="3392424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days  ·  Jun 1 — 10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7512" y="3913632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ECG, action potentials &amp; arrhythmias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7512" y="4247388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Heart failure &amp; cardiomyopathies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" y="4581144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CAD, MI &amp; atherosclerosis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7512" y="491490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CV pharmacology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06240" y="297180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6240" y="3063240"/>
            <a:ext cx="352044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297180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0832" y="3044952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RESPIRATORY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70832" y="3392424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11 — 18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70832" y="3913632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Lung volumes, V/Q &amp; gas exchange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370832" y="4247388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Asthma &amp; COPD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370832" y="4581144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TB, pneumonia &amp; ARDS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370832" y="491490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Lung cancer &amp; pulm pharmacology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5596128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920" y="5687568"/>
            <a:ext cx="352044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5596128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7512" y="5669280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EPI &amp; BIOSTATS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67512" y="601675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days  ·  Jun 19 — 22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7512" y="653796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Study designs &amp; diagnostic testing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67512" y="6871716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Risk, survival &amp; transitions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67512" y="7205472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Bias, confounding &amp; effect modification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67512" y="7539228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Distributions, hypothesis testing &amp; CIs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206240" y="5596128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06240" y="5687568"/>
            <a:ext cx="352044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06240" y="5596128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70832" y="5669280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PATHOLOGY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4370832" y="601675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23 — 30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370832" y="653796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Cell injury, adaptation &amp; apoptosis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370832" y="6871716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Acute &amp; chronic inflammation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370832" y="7205472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Neoplasia, oncogenes &amp; TSGs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370832" y="7539228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Tumor markers &amp; aging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02920" y="8110728"/>
            <a:ext cx="7223760" cy="1371600"/>
          </a:xfrm>
          <a:prstGeom prst="roundRect">
            <a:avLst>
              <a:gd name="adj" fmla="val 8000"/>
            </a:avLst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5800" y="82387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READY TO START?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85800" y="85496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Start preparing for the USMLE exams with Allan!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85800" y="90068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483096" y="8238744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Image 1" descr="signu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8293608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· June Cohort · Reminder</dc:title>
  <dc:subject>PptxGenJS Presentation</dc:subject>
  <dc:creator>Allan Bakesiga</dc:creator>
  <cp:lastModifiedBy>Allan Bakesiga</cp:lastModifiedBy>
  <cp:revision>1</cp:revision>
  <dcterms:created xsi:type="dcterms:W3CDTF">2026-05-20T15:36:19Z</dcterms:created>
  <dcterms:modified xsi:type="dcterms:W3CDTF">2026-05-20T15:36:19Z</dcterms:modified>
</cp:coreProperties>
</file>