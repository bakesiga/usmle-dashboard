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229600" cy="10287000"/>
  <p:notesSz cx="10287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solidFill>
            <a:srgbClr val="0C2A3D"/>
          </a:solidFill>
          <a:ln w="12700">
            <a:solidFill>
              <a:srgbClr val="0C2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USMLE STEP 1  ·  JUNE 2026 CURRICULUM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 we're covering, day by 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3520440" cy="6217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88720"/>
            <a:ext cx="3520440" cy="713232"/>
          </a:xfrm>
          <a:prstGeom prst="roundRect">
            <a:avLst>
              <a:gd name="adj" fmla="val 15385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261872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CARDIOVASCULAR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157276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days  ·  Jun 1 – 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084832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Orientation, embryology &amp; congenital heart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2382926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Anatomy &amp; cardiac imaging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2681021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Cardiac output &amp; PV loops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979115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Heart sounds &amp; murmurs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" y="3277210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05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ECG &amp; action potentials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" y="3575304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06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CAD, IHD &amp; myocardial infarction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3873398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07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Hypertension &amp; atherosclerosis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4171493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08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Heart failure &amp; cardiomyopathies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4469587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09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Endocarditis, myocarditis &amp; vasculitis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4767682"/>
            <a:ext cx="3191256" cy="29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  </a:t>
            </a:r>
            <a:pPr indent="0" marL="0">
              <a:buNone/>
            </a:pPr>
            <a:r>
              <a:rPr lang="en-US" sz="11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Cardiovascular pharmacology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118872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1280160"/>
            <a:ext cx="352044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188720"/>
            <a:ext cx="3520440" cy="713232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1261872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RESPIRATORY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70832" y="157276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11 – 18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70832" y="2084832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Embryology, surfactant &amp; congenital anomalies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70832" y="2457450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Anatomy &amp; muscles of breathing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70832" y="2830068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Lung volumes &amp; ventilation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70832" y="3202686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Gas exchange &amp; V/Q mismatch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70832" y="3575304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05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Control of breathing &amp; sleep apnea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70832" y="3947922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06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Asthma &amp; COPD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70832" y="4320540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07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Restrictive disease, ARDS, pneumonia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70832" y="4693158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08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TB, lung cancer &amp; respiratory pharmacology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394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486400"/>
            <a:ext cx="352044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394960"/>
            <a:ext cx="3520440" cy="713232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5468112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EPI &amp; BIOSTATS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7512" y="577900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 days  ·  Jun 19 – 22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7512" y="6291072"/>
            <a:ext cx="319125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Study designs, evidence &amp; diagnostic testing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7512" y="7036308"/>
            <a:ext cx="319125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Quantifying risk, transitions &amp; survival analysis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7512" y="7781544"/>
            <a:ext cx="319125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Bias, confounding &amp; effect modification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7512" y="8526780"/>
            <a:ext cx="3191256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14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Statistical distributions, testing &amp; CIs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206240" y="53949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6240" y="5486400"/>
            <a:ext cx="35204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06240" y="5394960"/>
            <a:ext cx="3520440" cy="713232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70832" y="5468112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GENERAL PATHOLOGY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370832" y="577900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8 days  ·  Jun 23 – 30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370832" y="6291072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01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Cellular adaptations &amp; apoptosis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70832" y="6663690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02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Necrosis, ischemia &amp; free radicals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370832" y="7036308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03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Acute inflammation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70832" y="7408926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04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Chronic inflammation &amp; repair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370832" y="7781544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05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Neoplasia I — hallmarks &amp; metastases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370832" y="8154162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06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Neoplasia II — oncogenes &amp; TSGs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370832" y="8526780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07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Neoplasia III — markers &amp; aging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370832" y="8899398"/>
            <a:ext cx="3191256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08  </a:t>
            </a:r>
            <a:pPr indent="0" marL="0">
              <a:buNone/>
            </a:pPr>
            <a:r>
              <a:rPr lang="en-US" sz="1200" b="1" dirty="0">
                <a:solidFill>
                  <a:srgbClr val="0C2A3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General pathology review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02920" y="96012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567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Full schedule &amp; dashboard:  </a:t>
            </a:r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bakesiga.github.io/usmle-dashboard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USMLE Step 1 · June Curriculum</dc:title>
  <dc:subject>PptxGenJS Presentation</dc:subject>
  <dc:creator>Allan Bakesiga</dc:creator>
  <cp:lastModifiedBy>Allan Bakesiga</cp:lastModifiedBy>
  <cp:revision>1</cp:revision>
  <dcterms:created xsi:type="dcterms:W3CDTF">2026-05-13T16:06:09Z</dcterms:created>
  <dcterms:modified xsi:type="dcterms:W3CDTF">2026-05-13T16:06:09Z</dcterms:modified>
</cp:coreProperties>
</file>