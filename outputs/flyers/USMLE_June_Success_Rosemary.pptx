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914400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STUDENT SUCCESS · USMLE STEP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7512" y="1170432"/>
            <a:ext cx="1408176" cy="1408176"/>
          </a:xfrm>
          <a:prstGeom prst="ellipse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pic>
        <p:nvPicPr>
          <p:cNvPr id="5" name="Image 0" descr="/Users/allanbakesiga/.claude/usmle-dashboard/outputs/flyers/allan_cir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344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" y="2606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Coached by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MScGH (Duke)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PGY-1 Neurology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Creighton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88920" y="1234440"/>
            <a:ext cx="3337560" cy="1280160"/>
          </a:xfrm>
          <a:prstGeom prst="roundRect">
            <a:avLst>
              <a:gd name="adj" fmla="val 42857"/>
            </a:avLst>
          </a:prstGeom>
          <a:solidFill>
            <a:srgbClr val="E5A823"/>
          </a:solidFill>
          <a:ln w="50800">
            <a:solidFill>
              <a:srgbClr val="B885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88920" y="12344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PASSED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78892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1 · TESTED 5 MAY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280160"/>
            <a:ext cx="160020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5A8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325880"/>
            <a:ext cx="411480" cy="411480"/>
          </a:xfrm>
          <a:prstGeom prst="star5">
            <a:avLst/>
          </a:prstGeom>
          <a:solidFill>
            <a:srgbClr val="E5A823"/>
          </a:solidFill>
          <a:ln w="12700">
            <a:solidFill>
              <a:srgbClr val="B885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COACHED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Feb – May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34640" y="3063240"/>
            <a:ext cx="3200400" cy="3200400"/>
          </a:xfrm>
          <a:prstGeom prst="rect">
            <a:avLst/>
          </a:prstGeom>
          <a:solidFill>
            <a:srgbClr val="E5A823"/>
          </a:solidFill>
          <a:ln w="38100">
            <a:solidFill>
              <a:srgbClr val="B8851C"/>
            </a:solidFill>
            <a:prstDash val="solid"/>
          </a:ln>
        </p:spPr>
      </p:sp>
      <p:pic>
        <p:nvPicPr>
          <p:cNvPr id="14" name="Image 1" descr="/Users/allanbakesiga/.claude/usmle-dashboard/outputs/flyers/student_rosemary_circ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3154680"/>
            <a:ext cx="3017520" cy="3017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6263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spc="400" kern="0" dirty="0">
                <a:solidFill>
                  <a:srgbClr val="B885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CONGRATULATIONS!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65760" y="6675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Dr. Rosemary Njambi Githinji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65760" y="7132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885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Prep Cohort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7360920"/>
            <a:ext cx="7315200" cy="1417320"/>
          </a:xfrm>
          <a:prstGeom prst="rect">
            <a:avLst/>
          </a:prstGeom>
          <a:solidFill>
            <a:srgbClr val="FFFFFF"/>
          </a:solidFill>
          <a:ln w="38100">
            <a:solidFill>
              <a:srgbClr val="E5A82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717804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5A8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20" name="Text 16"/>
          <p:cNvSpPr/>
          <p:nvPr/>
        </p:nvSpPr>
        <p:spPr>
          <a:xfrm>
            <a:off x="868680" y="745236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is the most patient teacher I have ever had. He breaks every concept down so clearly that even a non-medic could follow. I would not have passed Step 1 without him.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68680" y="8458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5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Rosemary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897940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5A82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could be next.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11480" y="934516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8E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Next cohort starts 1 June 2026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11480" y="96377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Daily live Zoom · Scan QR or visit: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11480" y="9921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E5A82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943600" y="896112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2" descr="/Users/allanbakesiga/.claude/usmle-dashboard/outputs/flyers/signup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05256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2026-05-20T15:37:32Z</dcterms:created>
  <dcterms:modified xsi:type="dcterms:W3CDTF">2026-05-20T15:37:32Z</dcterms:modified>
</cp:coreProperties>
</file>