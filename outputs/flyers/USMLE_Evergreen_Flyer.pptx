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PREP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spc="10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4-month cohorts with Allan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7406640" cy="1115568"/>
          </a:xfrm>
          <a:prstGeom prst="roundRect">
            <a:avLst>
              <a:gd name="adj" fmla="val 9836"/>
            </a:avLst>
          </a:prstGeom>
          <a:solidFill>
            <a:srgbClr val="FFF8EC"/>
          </a:solidFill>
          <a:ln w="25400">
            <a:solidFill>
              <a:srgbClr val="E5A8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170432"/>
            <a:ext cx="932688" cy="932688"/>
          </a:xfrm>
          <a:prstGeom prst="ellipse">
            <a:avLst/>
          </a:prstGeom>
          <a:solidFill>
            <a:srgbClr val="E5A823"/>
          </a:solidFill>
          <a:ln w="12700">
            <a:solidFill>
              <a:srgbClr val="B8851C"/>
            </a:solidFill>
            <a:prstDash val="solid"/>
          </a:ln>
        </p:spPr>
      </p:sp>
      <p:pic>
        <p:nvPicPr>
          <p:cNvPr id="7" name="Image 0" descr="/Users/allanbakesiga/.claude/usmle-dashboard/images/allan-headsh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225296"/>
            <a:ext cx="822960" cy="82296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6776" y="1243584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36776" y="1645920"/>
            <a:ext cx="6016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 · MScGH (Duke) · PGY-1 Neurology, Creighton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232257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-10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Pass Step 1.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411480" y="3182112"/>
            <a:ext cx="7406640" cy="713232"/>
          </a:xfrm>
          <a:prstGeom prst="roundRect">
            <a:avLst>
              <a:gd name="adj" fmla="val 1282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255264"/>
            <a:ext cx="91440" cy="5669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23697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4-MONTH COHORT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493008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 16 First Aid chapters spread across 4 months. Every class blends content review with question approach.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950208"/>
            <a:ext cx="7406640" cy="4572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4023360"/>
            <a:ext cx="914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0050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LIVE ZOOM · 5:00 to 7:30 AM EAT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4261104"/>
            <a:ext cx="7086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Live with Allan, every day.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1480" y="4462272"/>
            <a:ext cx="7406640" cy="1783080"/>
          </a:xfrm>
          <a:prstGeom prst="roundRect">
            <a:avLst>
              <a:gd name="adj" fmla="val 512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535424"/>
            <a:ext cx="91440" cy="1636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51713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FULL STEP 1 BLUEPRINT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4791456"/>
            <a:ext cx="34290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Cardiovascular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Respiratory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Epidemiology and Biostatistics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General Pathology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Renal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Reproductive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Endocrine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Gastrointestinal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60520" y="4791456"/>
            <a:ext cx="34290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Musculoskeletal, Skin, and Connective Tissue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Neurology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Hematology and Oncology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Behavioral Sciences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Biochemistry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Microbiology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Immunology</a:t>
            </a:r>
            <a:endParaRPr lang="en-US" sz="95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·  Pharmacology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1480" y="6300216"/>
            <a:ext cx="7406640" cy="4572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6373368"/>
            <a:ext cx="914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635508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1-PAGER + FLASHCARD DECK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6611112"/>
            <a:ext cx="7086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Tied to First Aid 2025 page references.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11480" y="685800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" y="6967728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66344" y="72969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outlines · resources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286000" y="685800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40864" y="6967728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WHATSAPP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2340864" y="72969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reminders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60520" y="685800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15384" y="6967728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1:1 MENTOR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215384" y="72969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Monthly Calendly call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035040" y="685800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89904" y="6967728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RESIDENCY PATH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089904" y="72969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ERAS · obs · J1/H1B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11480" y="7836408"/>
            <a:ext cx="7406640" cy="1417320"/>
          </a:xfrm>
          <a:prstGeom prst="roundRect">
            <a:avLst>
              <a:gd name="adj" fmla="val 7742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611112" y="7996428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8087868"/>
            <a:ext cx="914400" cy="91440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12648" y="79278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5A82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REGISTER AT THE DASHBOARD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12648" y="82204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350" dirty="0"/>
          </a:p>
        </p:txBody>
      </p:sp>
      <p:sp>
        <p:nvSpPr>
          <p:cNvPr id="45" name="Text 41"/>
          <p:cNvSpPr/>
          <p:nvPr/>
        </p:nvSpPr>
        <p:spPr>
          <a:xfrm>
            <a:off x="612648" y="85679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WhatsApp +256 705 571 443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612648" y="880567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Book a 1:1: calendly.com/allanbakesiga/30min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Prep · Evergreen Flyer</dc:title>
  <dc:subject>PptxGenJS Presentation</dc:subject>
  <dc:creator>Allan Bakesiga</dc:creator>
  <cp:lastModifiedBy>Allan Bakesiga</cp:lastModifiedBy>
  <cp:revision>1</cp:revision>
  <dcterms:created xsi:type="dcterms:W3CDTF">2026-06-06T02:01:26Z</dcterms:created>
  <dcterms:modified xsi:type="dcterms:W3CDTF">2026-06-06T02:01:26Z</dcterms:modified>
</cp:coreProperties>
</file>