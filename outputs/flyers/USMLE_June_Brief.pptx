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USMLE STEP 1  ·  JUNE COHORT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7223760" cy="96012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DAYS TO GO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Cohort starts </a:t>
            </a:r>
            <a:pPr algn="l" indent="0" marL="0">
              <a:buNone/>
            </a:pPr>
            <a:r>
              <a:rPr lang="en-US" sz="18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June 1,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Start your USMLE journey.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live Zoom · Step 1 prep · coached by Allan.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417320" cy="14173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0" name="Image 0" descr="allan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4612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0" y="329184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Bakesiga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011680" y="368503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MD (Makerere) · MScGH (Duke)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11680" y="397764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PGY-1 Neurology (Creighton)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011680" y="4270248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5B7A9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Past TA, Epidemiology &amp; Biostats, Duke Global Health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84632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493776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67512" y="534924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days · Jun 1 — 10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484632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70832" y="493776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RESPIRATORY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370832" y="534924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· Jun 11 — 18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59436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" y="603504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EPI &amp; BIOSTATS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67512" y="644652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days · Jun 19 — 22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06240" y="59436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0832" y="6035040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4370832" y="644652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· Jun 23 — 30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7040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B7A9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CLASS TIMES (DAILY)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73152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5:00 – 7:30 AM EAT</a:t>
            </a:r>
            <a:pPr algn="ctr" indent="0" marL="0">
              <a:buNone/>
            </a:pPr>
            <a:r>
              <a:rPr lang="en-US" sz="1200" dirty="0">
                <a:solidFill>
                  <a:srgbClr val="5B7A9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 ·   </a:t>
            </a:r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9:00 – 11:30 PM CST</a:t>
            </a:r>
            <a:pPr algn="ctr" indent="0" marL="0">
              <a:buNone/>
            </a:pPr>
            <a:r>
              <a:rPr lang="en-US" sz="1200" dirty="0">
                <a:solidFill>
                  <a:srgbClr val="5B7A9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 ·   </a:t>
            </a:r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10:00 PM – 12:30 AM EST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8732520"/>
            <a:ext cx="7223760" cy="1371600"/>
          </a:xfrm>
          <a:prstGeom prst="roundRect">
            <a:avLst>
              <a:gd name="adj" fmla="val 8000"/>
            </a:avLst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88605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LIMITED SEATS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" y="917143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Scan to enroll · pay by 30 May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5800" y="9628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83096" y="8860536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1" descr="signu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89154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· June Cohort · Brief</dc:title>
  <dc:subject>PptxGenJS Presentation</dc:subject>
  <dc:creator>Allan Bakesiga</dc:creator>
  <cp:lastModifiedBy>Allan Bakesiga</cp:lastModifiedBy>
  <cp:revision>1</cp:revision>
  <dcterms:created xsi:type="dcterms:W3CDTF">2026-05-20T15:36:23Z</dcterms:created>
  <dcterms:modified xsi:type="dcterms:W3CDTF">2026-05-20T15:36:23Z</dcterms:modified>
</cp:coreProperties>
</file>