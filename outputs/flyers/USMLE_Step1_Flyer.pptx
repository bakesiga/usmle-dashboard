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Incoming PGY-1 Neurology, Creighton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biostatistics teaching assistant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ECFMG, CV, personal statement, interview prep, and residency application.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9749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Psychiatry  ·  Heme/Onc  ·  Skin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946136"/>
            <a:ext cx="6858000" cy="7772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946136"/>
            <a:ext cx="914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80192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29360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457200" y="8732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457200" y="891540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400" dirty="0"/>
          </a:p>
        </p:txBody>
      </p:sp>
      <p:sp>
        <p:nvSpPr>
          <p:cNvPr id="59" name="Shape 56"/>
          <p:cNvSpPr/>
          <p:nvPr/>
        </p:nvSpPr>
        <p:spPr>
          <a:xfrm>
            <a:off x="457200" y="9427464"/>
            <a:ext cx="164592" cy="16459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94944" y="937260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50" dirty="0"/>
          </a:p>
        </p:txBody>
      </p:sp>
      <p:pic>
        <p:nvPicPr>
          <p:cNvPr id="61" name="Image 1" descr="whatsap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9390888"/>
            <a:ext cx="237744" cy="237744"/>
          </a:xfrm>
          <a:prstGeom prst="rect">
            <a:avLst/>
          </a:prstGeom>
        </p:spPr>
      </p:pic>
      <p:sp>
        <p:nvSpPr>
          <p:cNvPr id="62" name="Text 58"/>
          <p:cNvSpPr/>
          <p:nvPr/>
        </p:nvSpPr>
        <p:spPr>
          <a:xfrm>
            <a:off x="4288536" y="937260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+256 705 571 443</a:t>
            </a:r>
            <a:endParaRPr lang="en-US" sz="1250" dirty="0"/>
          </a:p>
        </p:txBody>
      </p:sp>
      <p:sp>
        <p:nvSpPr>
          <p:cNvPr id="63" name="Text 59"/>
          <p:cNvSpPr/>
          <p:nvPr/>
        </p:nvSpPr>
        <p:spPr>
          <a:xfrm>
            <a:off x="457200" y="966520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cohort · Sign in with the Gmail Allan adds you under</a:t>
            </a:r>
            <a:endParaRPr lang="en-US" sz="950" dirty="0"/>
          </a:p>
        </p:txBody>
      </p:sp>
      <p:sp>
        <p:nvSpPr>
          <p:cNvPr id="64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2026-05-01T23:21:48Z</dcterms:created>
  <dcterms:modified xsi:type="dcterms:W3CDTF">2026-05-01T23:21:48Z</dcterms:modified>
</cp:coreProperties>
</file>