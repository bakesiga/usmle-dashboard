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 ·  JULY–OCTOBER COHORT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93776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786384"/>
            <a:ext cx="44577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0253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3911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196596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2951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56946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01752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01752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01752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06908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27024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06908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27024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33095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53212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Qbank &amp; more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textbook, Qbank, and high-yield supplements, with practice questions in every session.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33095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53212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492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0313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0605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Respiratory  ·  Gastrointestinal  ·  Renal  ·  Reproductive  ·  Endocrine  ·  Musculoskeletal  ·  Nervous system  ·  Psychiatry  ·  Heme/Onc  ·  Skin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854696"/>
            <a:ext cx="6858000" cy="7315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854696"/>
            <a:ext cx="91440" cy="7315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792784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18388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7" name="Text 54"/>
          <p:cNvSpPr/>
          <p:nvPr/>
        </p:nvSpPr>
        <p:spPr>
          <a:xfrm>
            <a:off x="457200" y="87325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 ON:</a:t>
            </a:r>
            <a:endParaRPr lang="en-US" sz="1100" dirty="0"/>
          </a:p>
        </p:txBody>
      </p:sp>
      <p:pic>
        <p:nvPicPr>
          <p:cNvPr id="58" name="Image 1" descr="email-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979408"/>
            <a:ext cx="237744" cy="237744"/>
          </a:xfrm>
          <a:prstGeom prst="rect">
            <a:avLst/>
          </a:prstGeom>
        </p:spPr>
      </p:pic>
      <p:sp>
        <p:nvSpPr>
          <p:cNvPr id="59" name="Text 55"/>
          <p:cNvSpPr/>
          <p:nvPr/>
        </p:nvSpPr>
        <p:spPr>
          <a:xfrm>
            <a:off x="768096" y="8951976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60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610" y="8970264"/>
            <a:ext cx="256032" cy="256032"/>
          </a:xfrm>
          <a:prstGeom prst="rect">
            <a:avLst/>
          </a:prstGeom>
        </p:spPr>
      </p:pic>
      <p:sp>
        <p:nvSpPr>
          <p:cNvPr id="61" name="Text 56"/>
          <p:cNvSpPr/>
          <p:nvPr/>
        </p:nvSpPr>
        <p:spPr>
          <a:xfrm>
            <a:off x="3377794" y="8951976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62" name="Image 3" descr="phone-bl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8979408"/>
            <a:ext cx="237744" cy="237744"/>
          </a:xfrm>
          <a:prstGeom prst="rect">
            <a:avLst/>
          </a:prstGeom>
        </p:spPr>
      </p:pic>
      <p:sp>
        <p:nvSpPr>
          <p:cNvPr id="63" name="Text 57"/>
          <p:cNvSpPr/>
          <p:nvPr/>
        </p:nvSpPr>
        <p:spPr>
          <a:xfrm>
            <a:off x="5751576" y="8951976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4" name="Text 58"/>
          <p:cNvSpPr/>
          <p:nvPr/>
        </p:nvSpPr>
        <p:spPr>
          <a:xfrm>
            <a:off x="457200" y="929944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5" name="Text 59"/>
          <p:cNvSpPr/>
          <p:nvPr/>
        </p:nvSpPr>
        <p:spPr>
          <a:xfrm>
            <a:off x="457200" y="94823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6" name="Shape 60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2026-05-02T06:59:51Z</dcterms:created>
  <dcterms:modified xsi:type="dcterms:W3CDTF">2026-05-02T06:59:51Z</dcterms:modified>
</cp:coreProperties>
</file>