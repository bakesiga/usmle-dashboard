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78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 ·  Physiology  ·  Biochemistry  ·  Pharmacology  ·  Anatomy &amp; Embryology  ·  Microbiology  ·  Histology  ·  Behavioral Sciences  ·  Immunology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060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Principles  ·  Cardiovascular  ·  Respiratory  ·  Gastrointestinal  ·  Renal/Urinary  ·  Reproductive &amp; Endocrine  ·  MSK &amp; Skin  ·  Nervous &amp; Behavioral  ·  Heme &amp; Immune  ·  Biostatistics &amp; Epi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854696"/>
            <a:ext cx="6858000" cy="7315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854696"/>
            <a:ext cx="91440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79278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183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79408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51976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97026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377794" y="8951976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979408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751576" y="895197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9944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823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2026-05-02T07:11:36Z</dcterms:created>
  <dcterms:modified xsi:type="dcterms:W3CDTF">2026-05-02T07:11:36Z</dcterms:modified>
</cp:coreProperties>
</file>