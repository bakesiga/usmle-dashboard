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68680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3368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0625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2454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0625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3368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0625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537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548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2026-05-02T02:39:41Z</dcterms:created>
  <dcterms:modified xsi:type="dcterms:W3CDTF">2026-05-02T02:39:41Z</dcterms:modified>
</cp:coreProperties>
</file>