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772400" cy="10058400"/>
  <p:notesSz cx="10058400" cy="7772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772400" cy="182880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37744"/>
            <a:ext cx="44577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Enrolling now · July–October cohort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4457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8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USMLE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68096"/>
            <a:ext cx="44577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1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457200" y="1517904"/>
            <a:ext cx="58293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the foundational sciences. Build the base every step rests on.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0" y="457200"/>
            <a:ext cx="1828800" cy="96012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0" y="5029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MON–SUN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0" y="80467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4-month prep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0" y="1097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daily classes ·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1965960"/>
            <a:ext cx="6858000" cy="1005840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130552"/>
            <a:ext cx="713232" cy="713232"/>
          </a:xfrm>
          <a:prstGeom prst="ellipse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2130552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AB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508760" y="2057400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 Bakesiga, MD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08760" y="238658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 (Makerere)  ·  MScGH (Duke)  ·  Incoming PGY-1 Neurology, Creighton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508760" y="2660904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Epidemiology &amp; biostatistics teaching assistant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108960"/>
            <a:ext cx="2164080" cy="960120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321868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7598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Mon–Sun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457200" y="367588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804160" y="3108960"/>
            <a:ext cx="2164080" cy="960120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804160" y="321868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7598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 mo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2804160" y="367588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roadmap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151120" y="3108960"/>
            <a:ext cx="2164080" cy="960120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51120" y="321868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7598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1+2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5151120" y="367588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option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4160520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4160520"/>
            <a:ext cx="91440" cy="10972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5800" y="4361688"/>
            <a:ext cx="438912" cy="438912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" y="43616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207008" y="4325112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1207008" y="4654296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 to Sunday. Topic-by-topic flow that keeps you in the material every single day.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000500" y="4160520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000500" y="4160520"/>
            <a:ext cx="91440" cy="10972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229100" y="4361688"/>
            <a:ext cx="438912" cy="438912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229100" y="43616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4750308" y="4325112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community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4750308" y="4654296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Off-class peer discussions, accountability, and rapid Q&amp;A between sessions.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457200" y="5422392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457200" y="5422392"/>
            <a:ext cx="91440" cy="10972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85800" y="5623560"/>
            <a:ext cx="438912" cy="438912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" y="56235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1207008" y="5586984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 + Qbank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1207008" y="5916168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review of the recommended textbook plus USMLE-style questions from the recommended Qbank.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4000500" y="5422392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4000500" y="5422392"/>
            <a:ext cx="91440" cy="10972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229100" y="5623560"/>
            <a:ext cx="438912" cy="438912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229100" y="56235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800" dirty="0"/>
          </a:p>
        </p:txBody>
      </p:sp>
      <p:sp>
        <p:nvSpPr>
          <p:cNvPr id="48" name="Text 46"/>
          <p:cNvSpPr/>
          <p:nvPr/>
        </p:nvSpPr>
        <p:spPr>
          <a:xfrm>
            <a:off x="4750308" y="5586984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mentorship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4750308" y="5916168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through ECFMG, CV, personal statement, interview prep, and residency application.</a:t>
            </a:r>
            <a:endParaRPr lang="en-US" sz="1150" dirty="0"/>
          </a:p>
        </p:txBody>
      </p:sp>
      <p:sp>
        <p:nvSpPr>
          <p:cNvPr id="50" name="Text 48"/>
          <p:cNvSpPr/>
          <p:nvPr/>
        </p:nvSpPr>
        <p:spPr>
          <a:xfrm>
            <a:off x="457200" y="65836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COVER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457200" y="6894576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Disciplines:  </a:t>
            </a:r>
            <a:pPr indent="0" marL="0">
              <a:buNone/>
            </a:pPr>
            <a:r>
              <a:rPr lang="en-US" sz="125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 ·  Physiology  ·  Biochemistry  ·  Pathology  ·  Pharmacology  ·  Microbiology  ·  Immunology  ·  Behavioral science  ·  Biostatistics  ·  Genetics</a:t>
            </a:r>
            <a:endParaRPr lang="en-US" sz="1250" dirty="0"/>
          </a:p>
        </p:txBody>
      </p:sp>
      <p:sp>
        <p:nvSpPr>
          <p:cNvPr id="52" name="Text 50"/>
          <p:cNvSpPr/>
          <p:nvPr/>
        </p:nvSpPr>
        <p:spPr>
          <a:xfrm>
            <a:off x="457200" y="7397496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 systems:  </a:t>
            </a:r>
            <a:pPr indent="0" marL="0">
              <a:buNone/>
            </a:pPr>
            <a:r>
              <a:rPr lang="en-US" sz="125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Cardiovascular  ·  Respiratory  ·  Gastrointestinal  ·  Renal  ·  Reproductive  ·  Endocrine  ·  Musculoskeletal  ·  Nervous system  ·  Heme/Onc  ·  Skin</a:t>
            </a:r>
            <a:endParaRPr lang="en-US" sz="1250" dirty="0"/>
          </a:p>
        </p:txBody>
      </p:sp>
      <p:sp>
        <p:nvSpPr>
          <p:cNvPr id="53" name="Shape 51"/>
          <p:cNvSpPr/>
          <p:nvPr/>
        </p:nvSpPr>
        <p:spPr>
          <a:xfrm>
            <a:off x="457200" y="7909560"/>
            <a:ext cx="6858000" cy="77724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57200" y="7909560"/>
            <a:ext cx="91440" cy="7772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31520" y="7982712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both Step 1 &amp; 2?</a:t>
            </a:r>
            <a:endParaRPr lang="en-US" sz="1400" dirty="0"/>
          </a:p>
        </p:txBody>
      </p:sp>
      <p:sp>
        <p:nvSpPr>
          <p:cNvPr id="56" name="Text 54"/>
          <p:cNvSpPr/>
          <p:nvPr/>
        </p:nvSpPr>
        <p:spPr>
          <a:xfrm>
            <a:off x="731520" y="8257032"/>
            <a:ext cx="6492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expedited combined prep — overlapping topics taught once, reinforced across both Steps. Save time, retain more.</a:t>
            </a:r>
            <a:endParaRPr lang="en-US" sz="1150" dirty="0"/>
          </a:p>
        </p:txBody>
      </p:sp>
      <p:sp>
        <p:nvSpPr>
          <p:cNvPr id="57" name="Text 55"/>
          <p:cNvSpPr/>
          <p:nvPr/>
        </p:nvSpPr>
        <p:spPr>
          <a:xfrm>
            <a:off x="457200" y="8732520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UP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457200" y="8915400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284C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bakesiga.github.io/usmle-dashboard</a:t>
            </a:r>
            <a:endParaRPr lang="en-US" sz="2400" dirty="0"/>
          </a:p>
        </p:txBody>
      </p:sp>
      <p:sp>
        <p:nvSpPr>
          <p:cNvPr id="59" name="Shape 57"/>
          <p:cNvSpPr/>
          <p:nvPr/>
        </p:nvSpPr>
        <p:spPr>
          <a:xfrm>
            <a:off x="457200" y="9427464"/>
            <a:ext cx="164592" cy="164592"/>
          </a:xfrm>
          <a:prstGeom prst="ellipse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94944" y="9372600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allanbakesiga@gmail.com</a:t>
            </a:r>
            <a:endParaRPr lang="en-US" sz="1250" dirty="0"/>
          </a:p>
        </p:txBody>
      </p:sp>
      <p:pic>
        <p:nvPicPr>
          <p:cNvPr id="61" name="Image 0" descr="whatsap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77640" y="9390888"/>
            <a:ext cx="237744" cy="237744"/>
          </a:xfrm>
          <a:prstGeom prst="rect">
            <a:avLst/>
          </a:prstGeom>
        </p:spPr>
      </p:pic>
      <p:sp>
        <p:nvSpPr>
          <p:cNvPr id="62" name="Text 59"/>
          <p:cNvSpPr/>
          <p:nvPr/>
        </p:nvSpPr>
        <p:spPr>
          <a:xfrm>
            <a:off x="4288536" y="9372600"/>
            <a:ext cx="2843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· +256 705 571 443</a:t>
            </a:r>
            <a:endParaRPr lang="en-US" sz="1250" dirty="0"/>
          </a:p>
        </p:txBody>
      </p:sp>
      <p:sp>
        <p:nvSpPr>
          <p:cNvPr id="63" name="Text 60"/>
          <p:cNvSpPr/>
          <p:nvPr/>
        </p:nvSpPr>
        <p:spPr>
          <a:xfrm>
            <a:off x="457200" y="9683496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cohort · Sign in with the Gmail Allan adds you under</a:t>
            </a:r>
            <a:endParaRPr lang="en-US" sz="950" dirty="0"/>
          </a:p>
        </p:txBody>
      </p:sp>
      <p:sp>
        <p:nvSpPr>
          <p:cNvPr id="64" name="Shape 61"/>
          <p:cNvSpPr/>
          <p:nvPr/>
        </p:nvSpPr>
        <p:spPr>
          <a:xfrm>
            <a:off x="0" y="9875520"/>
            <a:ext cx="7772400" cy="4572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0" y="9921240"/>
            <a:ext cx="7772400" cy="13716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USMLE Step 1 — Class Flyer</dc:title>
  <dc:subject>PptxGenJS Presentation</dc:subject>
  <dc:creator>Allan Bakesiga</dc:creator>
  <cp:lastModifiedBy>Allan Bakesiga</cp:lastModifiedBy>
  <cp:revision>1</cp:revision>
  <dcterms:created xsi:type="dcterms:W3CDTF">2026-05-01T22:54:14Z</dcterms:created>
  <dcterms:modified xsi:type="dcterms:W3CDTF">2026-05-01T22:54:14Z</dcterms:modified>
</cp:coreProperties>
</file>