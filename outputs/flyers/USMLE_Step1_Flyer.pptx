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457200" y="7909560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7909560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" y="798271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31520" y="825703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7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60"/>
          <p:cNvSpPr/>
          <p:nvPr/>
        </p:nvSpPr>
        <p:spPr>
          <a:xfrm>
            <a:off x="457200" y="9683496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2026-05-01T23:03:42Z</dcterms:created>
  <dcterms:modified xsi:type="dcterms:W3CDTF">2026-05-01T23:03:42Z</dcterms:modified>
</cp:coreProperties>
</file>