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8288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37744"/>
            <a:ext cx="44577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Enrolling now · July–October cohort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4457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68096"/>
            <a:ext cx="44577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1517904"/>
            <a:ext cx="5829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the foundational sciences. Build the base every step rests on.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0" y="457200"/>
            <a:ext cx="1828800" cy="9601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0" y="502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MON–SUN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0" y="804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prep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1097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daily classes ·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6858000" cy="100584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3504" y="2093976"/>
            <a:ext cx="786384" cy="786384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13" name="Image 0" descr="al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130552"/>
            <a:ext cx="713232" cy="713232"/>
          </a:xfrm>
          <a:prstGeom prst="ellipse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508760" y="205740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508760" y="238658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PGY-1 Neurology Resident, Creighton University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508760" y="266090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Assistant  |  Epidemiology &amp; Biostatistics, Duke Global Health Institute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310896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45720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804160" y="310896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80416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months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280416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151120" y="310896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15112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1+2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515112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57200" y="4160520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85800" y="4361688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858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2070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12070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Sunday. Topic-by-topic flow that keeps you in the material every single day.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0005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000500" y="4160520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29100" y="4361688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2291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7503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community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47503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Off-class peer discussions, accountability, and rapid Q&amp;A between sessions.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4572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57200" y="5422392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85800" y="5623560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858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12070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+ Qbank</a:t>
            </a:r>
            <a:endParaRPr lang="en-US" sz="1500" dirty="0"/>
          </a:p>
        </p:txBody>
      </p:sp>
      <p:sp>
        <p:nvSpPr>
          <p:cNvPr id="43" name="Text 40"/>
          <p:cNvSpPr/>
          <p:nvPr/>
        </p:nvSpPr>
        <p:spPr>
          <a:xfrm>
            <a:off x="12070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review of the recommended textbook plus USMLE-style questions from the recommended Qbank.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40005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4000500" y="5422392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229100" y="5623560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2291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48" name="Text 45"/>
          <p:cNvSpPr/>
          <p:nvPr/>
        </p:nvSpPr>
        <p:spPr>
          <a:xfrm>
            <a:off x="47503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500" dirty="0"/>
          </a:p>
        </p:txBody>
      </p:sp>
      <p:sp>
        <p:nvSpPr>
          <p:cNvPr id="49" name="Text 46"/>
          <p:cNvSpPr/>
          <p:nvPr/>
        </p:nvSpPr>
        <p:spPr>
          <a:xfrm>
            <a:off x="47503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through the ECFMG application, CV, personal statement, interview prep, and the residency match.</a:t>
            </a:r>
            <a:endParaRPr lang="en-US" sz="1150" dirty="0"/>
          </a:p>
        </p:txBody>
      </p:sp>
      <p:sp>
        <p:nvSpPr>
          <p:cNvPr id="50" name="Text 47"/>
          <p:cNvSpPr/>
          <p:nvPr/>
        </p:nvSpPr>
        <p:spPr>
          <a:xfrm>
            <a:off x="457200" y="65836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457200" y="689457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Disciplines:  </a:t>
            </a:r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 ·  Physiology  ·  Biochemistry  ·  Pathology  ·  Pharmacology  ·  Microbiology  ·  Immunology  ·  Behavioral science  ·  Biostatistics  ·  Genetics</a:t>
            </a:r>
            <a:endParaRPr lang="en-US" sz="1250" dirty="0"/>
          </a:p>
        </p:txBody>
      </p:sp>
      <p:sp>
        <p:nvSpPr>
          <p:cNvPr id="52" name="Text 49"/>
          <p:cNvSpPr/>
          <p:nvPr/>
        </p:nvSpPr>
        <p:spPr>
          <a:xfrm>
            <a:off x="457200" y="739749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 systems:  </a:t>
            </a:r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  ·  Respiratory  ·  Gastrointestinal  ·  Renal  ·  Reproductive  ·  Endocrine  ·  Musculoskeletal  ·  Nervous system  ·  Psychiatry  ·  Heme/Onc  ·  Skin</a:t>
            </a:r>
            <a:endParaRPr lang="en-US" sz="1250" dirty="0"/>
          </a:p>
        </p:txBody>
      </p:sp>
      <p:sp>
        <p:nvSpPr>
          <p:cNvPr id="53" name="Shape 50"/>
          <p:cNvSpPr/>
          <p:nvPr/>
        </p:nvSpPr>
        <p:spPr>
          <a:xfrm>
            <a:off x="457200" y="7946136"/>
            <a:ext cx="6858000" cy="77724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57200" y="7946136"/>
            <a:ext cx="91440" cy="7772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31520" y="801928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Step 1 &amp; 2?</a:t>
            </a:r>
            <a:endParaRPr lang="en-US" sz="1400" dirty="0"/>
          </a:p>
        </p:txBody>
      </p:sp>
      <p:sp>
        <p:nvSpPr>
          <p:cNvPr id="56" name="Text 53"/>
          <p:cNvSpPr/>
          <p:nvPr/>
        </p:nvSpPr>
        <p:spPr>
          <a:xfrm>
            <a:off x="731520" y="8293608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expedited combined prep — overlapping topics taught once, reinforced across both Steps. Save time, retain more.</a:t>
            </a:r>
            <a:endParaRPr lang="en-US" sz="1150" dirty="0"/>
          </a:p>
        </p:txBody>
      </p:sp>
      <p:sp>
        <p:nvSpPr>
          <p:cNvPr id="57" name="Text 54"/>
          <p:cNvSpPr/>
          <p:nvPr/>
        </p:nvSpPr>
        <p:spPr>
          <a:xfrm>
            <a:off x="457200" y="873252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</a:t>
            </a:r>
            <a:endParaRPr lang="en-US" sz="1100" dirty="0"/>
          </a:p>
        </p:txBody>
      </p:sp>
      <p:sp>
        <p:nvSpPr>
          <p:cNvPr id="58" name="Text 55"/>
          <p:cNvSpPr/>
          <p:nvPr/>
        </p:nvSpPr>
        <p:spPr>
          <a:xfrm>
            <a:off x="457200" y="8915400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2400" dirty="0"/>
          </a:p>
        </p:txBody>
      </p:sp>
      <p:sp>
        <p:nvSpPr>
          <p:cNvPr id="59" name="Shape 56"/>
          <p:cNvSpPr/>
          <p:nvPr/>
        </p:nvSpPr>
        <p:spPr>
          <a:xfrm>
            <a:off x="457200" y="9427464"/>
            <a:ext cx="164592" cy="164592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694944" y="9372600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250" dirty="0"/>
          </a:p>
        </p:txBody>
      </p:sp>
      <p:pic>
        <p:nvPicPr>
          <p:cNvPr id="61" name="Image 1" descr="whatsap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40" y="9390888"/>
            <a:ext cx="237744" cy="237744"/>
          </a:xfrm>
          <a:prstGeom prst="rect">
            <a:avLst/>
          </a:prstGeom>
        </p:spPr>
      </p:pic>
      <p:sp>
        <p:nvSpPr>
          <p:cNvPr id="62" name="Text 58"/>
          <p:cNvSpPr/>
          <p:nvPr/>
        </p:nvSpPr>
        <p:spPr>
          <a:xfrm>
            <a:off x="4288536" y="9372600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· +256 705 571 443</a:t>
            </a:r>
            <a:endParaRPr lang="en-US" sz="1250" dirty="0"/>
          </a:p>
        </p:txBody>
      </p:sp>
      <p:sp>
        <p:nvSpPr>
          <p:cNvPr id="63" name="Text 59"/>
          <p:cNvSpPr/>
          <p:nvPr/>
        </p:nvSpPr>
        <p:spPr>
          <a:xfrm>
            <a:off x="457200" y="9665208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cohort · Sign in with the Gmail Allan adds you under</a:t>
            </a:r>
            <a:endParaRPr lang="en-US" sz="950" dirty="0"/>
          </a:p>
        </p:txBody>
      </p:sp>
      <p:sp>
        <p:nvSpPr>
          <p:cNvPr id="64" name="Shape 60"/>
          <p:cNvSpPr/>
          <p:nvPr/>
        </p:nvSpPr>
        <p:spPr>
          <a:xfrm>
            <a:off x="0" y="9875520"/>
            <a:ext cx="7772400" cy="457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0" y="9921240"/>
            <a:ext cx="7772400" cy="1371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1 — Class Flyer</dc:title>
  <dc:subject>PptxGenJS Presentation</dc:subject>
  <dc:creator>Allan Bakesiga</dc:creator>
  <cp:lastModifiedBy>Allan Bakesiga</cp:lastModifiedBy>
  <cp:revision>1</cp:revision>
  <dcterms:created xsi:type="dcterms:W3CDTF">2026-05-02T01:08:06Z</dcterms:created>
  <dcterms:modified xsi:type="dcterms:W3CDTF">2026-05-02T01:08:06Z</dcterms:modified>
</cp:coreProperties>
</file>