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5829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476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24028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417320" y="245973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7848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457200" y="7287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Heme/Onc  ·  Skin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8" name="Shape 56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2026-05-01T22:36:12Z</dcterms:created>
  <dcterms:modified xsi:type="dcterms:W3CDTF">2026-05-01T22:36:12Z</dcterms:modified>
</cp:coreProperties>
</file>