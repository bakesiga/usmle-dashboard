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68680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</a:t>
            </a:r>
            <a:endParaRPr lang="en-US" sz="1100" dirty="0"/>
          </a:p>
        </p:txBody>
      </p:sp>
      <p:pic>
        <p:nvPicPr>
          <p:cNvPr id="58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33688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768096" y="8906256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60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924544"/>
            <a:ext cx="256032" cy="256032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3377794" y="8906256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2" name="Image 3" descr="phone-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933688"/>
            <a:ext cx="237744" cy="237744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5751576" y="890625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4" name="Text 58"/>
          <p:cNvSpPr/>
          <p:nvPr/>
        </p:nvSpPr>
        <p:spPr>
          <a:xfrm>
            <a:off x="457200" y="92537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5" name="Text 59"/>
          <p:cNvSpPr/>
          <p:nvPr/>
        </p:nvSpPr>
        <p:spPr>
          <a:xfrm>
            <a:off x="457200" y="945489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6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2026-05-02T02:13:39Z</dcterms:created>
  <dcterms:modified xsi:type="dcterms:W3CDTF">2026-05-02T02:13:39Z</dcterms:modified>
</cp:coreProperties>
</file>