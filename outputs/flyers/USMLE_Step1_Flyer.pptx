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6916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44577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44577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1444752"/>
            <a:ext cx="5829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23560" y="457200"/>
            <a:ext cx="1691640" cy="8686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23560" y="5029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23560" y="77724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23560" y="10332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86868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1993392"/>
            <a:ext cx="640080" cy="64008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194767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2240280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417320" y="245973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216408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5720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04160" y="2926080"/>
            <a:ext cx="216408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0416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80416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51120" y="2926080"/>
            <a:ext cx="2164080" cy="8686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1120" y="3017520"/>
            <a:ext cx="216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151120" y="3429000"/>
            <a:ext cx="216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4023360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206240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1430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000500" y="4023360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000500" y="4023360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29100" y="4206240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291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86300" y="4187952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686300" y="4480560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5193792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5800" y="5376672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1430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1430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00500" y="5193792"/>
            <a:ext cx="331470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000500" y="5193792"/>
            <a:ext cx="91440" cy="10058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29100" y="5376672"/>
            <a:ext cx="384048" cy="384048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29100" y="537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686300" y="5358384"/>
            <a:ext cx="2537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686300" y="5650992"/>
            <a:ext cx="25374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57200" y="649224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57200" y="678484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1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57200" y="728776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1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Heme/Onc  ·  Skin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57200" y="7772400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7772400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31520" y="7863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31520" y="813816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457200" y="87325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7200" y="89794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59" name="Shape 57"/>
          <p:cNvSpPr/>
          <p:nvPr/>
        </p:nvSpPr>
        <p:spPr>
          <a:xfrm>
            <a:off x="457200" y="951890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3232" y="9445752"/>
            <a:ext cx="6601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·  Limited cohort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0" y="9784080"/>
            <a:ext cx="7772400" cy="54864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0" y="9838944"/>
            <a:ext cx="7772400" cy="21945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2026-05-01T22:40:43Z</dcterms:created>
  <dcterms:modified xsi:type="dcterms:W3CDTF">2026-05-01T22:40:43Z</dcterms:modified>
</cp:coreProperties>
</file>