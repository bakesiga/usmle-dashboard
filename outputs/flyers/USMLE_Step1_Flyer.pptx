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130552"/>
            <a:ext cx="713232" cy="71323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13055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Incoming PGY-1 Neurology, Creighton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biostatistics teaching assistant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457200" y="73974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Psychiatry  ·  Heme/Onc  ·  Skin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457200" y="7946136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7200" y="7946136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31520" y="80192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731520" y="829360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57200" y="891540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400" dirty="0"/>
          </a:p>
        </p:txBody>
      </p:sp>
      <p:sp>
        <p:nvSpPr>
          <p:cNvPr id="59" name="Shape 57"/>
          <p:cNvSpPr/>
          <p:nvPr/>
        </p:nvSpPr>
        <p:spPr>
          <a:xfrm>
            <a:off x="457200" y="9427464"/>
            <a:ext cx="164592" cy="16459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4944" y="937260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50" dirty="0"/>
          </a:p>
        </p:txBody>
      </p:sp>
      <p:pic>
        <p:nvPicPr>
          <p:cNvPr id="61" name="Image 0" descr="whats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390888"/>
            <a:ext cx="237744" cy="237744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4288536" y="937260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+256 705 571 443</a:t>
            </a:r>
            <a:endParaRPr lang="en-US" sz="1250" dirty="0"/>
          </a:p>
        </p:txBody>
      </p:sp>
      <p:sp>
        <p:nvSpPr>
          <p:cNvPr id="63" name="Text 60"/>
          <p:cNvSpPr/>
          <p:nvPr/>
        </p:nvSpPr>
        <p:spPr>
          <a:xfrm>
            <a:off x="457200" y="966520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cohort · Sign in with the Gmail Allan adds you under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2026-05-01T23:13:05Z</dcterms:created>
  <dcterms:modified xsi:type="dcterms:W3CDTF">2026-05-01T23:13:05Z</dcterms:modified>
</cp:coreProperties>
</file>