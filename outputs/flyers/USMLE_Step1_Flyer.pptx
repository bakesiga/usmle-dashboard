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the foundational sciences. Build the base every step rests 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93976"/>
            <a:ext cx="786384" cy="786384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13055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 ·  Physiology  ·  Biochemistry  ·  Pathology  ·  Pharmacology  ·  Microbiology  ·  Immunology  ·  Behavioral science  ·  Biostatistics  ·  Genetics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457200" y="739749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systems:  </a:t>
            </a:r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 ·  Respiratory  ·  Gastrointestinal  ·  Renal  ·  Reproductive  ·  Endocrine  ·  Musculoskeletal  ·  Nervous system  ·  Psychiatry  ·  Heme/Onc  ·  Skin</a:t>
            </a:r>
            <a:endParaRPr lang="en-US" sz="1250" dirty="0"/>
          </a:p>
        </p:txBody>
      </p:sp>
      <p:sp>
        <p:nvSpPr>
          <p:cNvPr id="53" name="Shape 50"/>
          <p:cNvSpPr/>
          <p:nvPr/>
        </p:nvSpPr>
        <p:spPr>
          <a:xfrm>
            <a:off x="457200" y="7946136"/>
            <a:ext cx="6858000" cy="77724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457200" y="7946136"/>
            <a:ext cx="91440" cy="777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731520" y="8019288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6" name="Text 53"/>
          <p:cNvSpPr/>
          <p:nvPr/>
        </p:nvSpPr>
        <p:spPr>
          <a:xfrm>
            <a:off x="731520" y="8293608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7" name="Text 54"/>
          <p:cNvSpPr/>
          <p:nvPr/>
        </p:nvSpPr>
        <p:spPr>
          <a:xfrm>
            <a:off x="457200" y="868680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</a:t>
            </a:r>
            <a:endParaRPr lang="en-US" sz="1100" dirty="0"/>
          </a:p>
        </p:txBody>
      </p:sp>
      <p:pic>
        <p:nvPicPr>
          <p:cNvPr id="58" name="Image 1" descr="email-blu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942832"/>
            <a:ext cx="237744" cy="237744"/>
          </a:xfrm>
          <a:prstGeom prst="rect">
            <a:avLst/>
          </a:prstGeom>
        </p:spPr>
      </p:pic>
      <p:sp>
        <p:nvSpPr>
          <p:cNvPr id="59" name="Text 55"/>
          <p:cNvSpPr/>
          <p:nvPr/>
        </p:nvSpPr>
        <p:spPr>
          <a:xfrm>
            <a:off x="768096" y="8906256"/>
            <a:ext cx="3026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300" dirty="0"/>
          </a:p>
        </p:txBody>
      </p:sp>
      <p:pic>
        <p:nvPicPr>
          <p:cNvPr id="60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8924544"/>
            <a:ext cx="256032" cy="256032"/>
          </a:xfrm>
          <a:prstGeom prst="rect">
            <a:avLst/>
          </a:prstGeom>
        </p:spPr>
      </p:pic>
      <p:sp>
        <p:nvSpPr>
          <p:cNvPr id="61" name="Text 56"/>
          <p:cNvSpPr/>
          <p:nvPr/>
        </p:nvSpPr>
        <p:spPr>
          <a:xfrm>
            <a:off x="4288536" y="8906256"/>
            <a:ext cx="2843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300" dirty="0"/>
          </a:p>
        </p:txBody>
      </p:sp>
      <p:sp>
        <p:nvSpPr>
          <p:cNvPr id="62" name="Text 57"/>
          <p:cNvSpPr/>
          <p:nvPr/>
        </p:nvSpPr>
        <p:spPr>
          <a:xfrm>
            <a:off x="457200" y="9253728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457200" y="945489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84C7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4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65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1 — Class Flyer</dc:title>
  <dc:subject>PptxGenJS Presentation</dc:subject>
  <dc:creator>Allan Bakesiga</dc:creator>
  <cp:lastModifiedBy>Allan Bakesiga</cp:lastModifiedBy>
  <cp:revision>1</cp:revision>
  <dcterms:created xsi:type="dcterms:W3CDTF">2026-05-02T01:44:41Z</dcterms:created>
  <dcterms:modified xsi:type="dcterms:W3CDTF">2026-05-02T01:44:41Z</dcterms:modified>
</cp:coreProperties>
</file>