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974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946136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946136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80192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29360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68680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</a:t>
            </a:r>
            <a:endParaRPr lang="en-US" sz="1100" dirty="0"/>
          </a:p>
        </p:txBody>
      </p:sp>
      <p:pic>
        <p:nvPicPr>
          <p:cNvPr id="58" name="Image 1" descr="email-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942832"/>
            <a:ext cx="237744" cy="237744"/>
          </a:xfrm>
          <a:prstGeom prst="rect">
            <a:avLst/>
          </a:prstGeom>
        </p:spPr>
      </p:pic>
      <p:sp>
        <p:nvSpPr>
          <p:cNvPr id="59" name="Text 55"/>
          <p:cNvSpPr/>
          <p:nvPr/>
        </p:nvSpPr>
        <p:spPr>
          <a:xfrm>
            <a:off x="749808" y="8906256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60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064" y="8924544"/>
            <a:ext cx="256032" cy="256032"/>
          </a:xfrm>
          <a:prstGeom prst="rect">
            <a:avLst/>
          </a:prstGeom>
        </p:spPr>
      </p:pic>
      <p:sp>
        <p:nvSpPr>
          <p:cNvPr id="61" name="Text 56"/>
          <p:cNvSpPr/>
          <p:nvPr/>
        </p:nvSpPr>
        <p:spPr>
          <a:xfrm>
            <a:off x="3108960" y="8906256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2" name="Image 3" descr="phone-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928" y="8942832"/>
            <a:ext cx="237744" cy="237744"/>
          </a:xfrm>
          <a:prstGeom prst="rect">
            <a:avLst/>
          </a:prstGeom>
        </p:spPr>
      </p:pic>
      <p:sp>
        <p:nvSpPr>
          <p:cNvPr id="63" name="Text 57"/>
          <p:cNvSpPr/>
          <p:nvPr/>
        </p:nvSpPr>
        <p:spPr>
          <a:xfrm>
            <a:off x="5431536" y="8906256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4" name="Text 58"/>
          <p:cNvSpPr/>
          <p:nvPr/>
        </p:nvSpPr>
        <p:spPr>
          <a:xfrm>
            <a:off x="457200" y="925372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5" name="Text 59"/>
          <p:cNvSpPr/>
          <p:nvPr/>
        </p:nvSpPr>
        <p:spPr>
          <a:xfrm>
            <a:off x="457200" y="945489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6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2026-05-02T02:01:38Z</dcterms:created>
  <dcterms:modified xsi:type="dcterms:W3CDTF">2026-05-02T02:01:38Z</dcterms:modified>
</cp:coreProperties>
</file>