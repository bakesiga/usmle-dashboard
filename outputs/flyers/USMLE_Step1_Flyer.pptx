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6916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457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Tutoring · 2026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1335024"/>
            <a:ext cx="5829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23560" y="457200"/>
            <a:ext cx="1691640" cy="8686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23560" y="502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23560" y="77724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23560" y="10332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6858000" cy="86868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1993392"/>
            <a:ext cx="640080" cy="64008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17320" y="19659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25856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candidate · Duke University · Daily USMLE study lead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17320" y="246888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Neurology / neurosurgery research · Active residency applicant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164080" cy="8686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04160" y="2926080"/>
            <a:ext cx="2164080" cy="8686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0416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0416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151120" y="2926080"/>
            <a:ext cx="2164080" cy="8686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112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15112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023360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5800" y="4206240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430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430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0005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000500" y="4023360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9100" y="4206240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291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6863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6863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7200" y="5193792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5376672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1430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1430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05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000500" y="5193792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29100" y="5376672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291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6863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6863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67665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7772400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7772400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7863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31520" y="81381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7200" y="8732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89794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57" name="Shape 55"/>
          <p:cNvSpPr/>
          <p:nvPr/>
        </p:nvSpPr>
        <p:spPr>
          <a:xfrm>
            <a:off x="457200" y="951890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3232" y="9445752"/>
            <a:ext cx="6601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  ·  Limited cohort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0" y="9784080"/>
            <a:ext cx="7772400" cy="54864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0" y="9838944"/>
            <a:ext cx="7772400" cy="21945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2026-05-01T22:27:14Z</dcterms:created>
  <dcterms:modified xsi:type="dcterms:W3CDTF">2026-05-01T22:27:14Z</dcterms:modified>
</cp:coreProperties>
</file>