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060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854696"/>
            <a:ext cx="6858000" cy="7315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854696"/>
            <a:ext cx="91440" cy="7315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792784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18388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79408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51976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97026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3377794" y="8951976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2" name="Image 3" descr="phone-blu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979408"/>
            <a:ext cx="237744" cy="237744"/>
          </a:xfrm>
          <a:prstGeom prst="rect">
            <a:avLst/>
          </a:prstGeom>
        </p:spPr>
      </p:pic>
      <p:sp>
        <p:nvSpPr>
          <p:cNvPr id="63" name="Text 57"/>
          <p:cNvSpPr/>
          <p:nvPr/>
        </p:nvSpPr>
        <p:spPr>
          <a:xfrm>
            <a:off x="5751576" y="8951976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4" name="Text 58"/>
          <p:cNvSpPr/>
          <p:nvPr/>
        </p:nvSpPr>
        <p:spPr>
          <a:xfrm>
            <a:off x="457200" y="929944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5" name="Text 59"/>
          <p:cNvSpPr/>
          <p:nvPr/>
        </p:nvSpPr>
        <p:spPr>
          <a:xfrm>
            <a:off x="457200" y="948232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6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7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2026-05-02T06:57:36Z</dcterms:created>
  <dcterms:modified xsi:type="dcterms:W3CDTF">2026-05-02T06:57:36Z</dcterms:modified>
</cp:coreProperties>
</file>