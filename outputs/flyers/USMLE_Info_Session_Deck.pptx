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68580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822960"/>
            <a:ext cx="5425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INFO SESSION  ·  JUNE COHORT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207008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Step 2 CK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25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 — no commitment.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2743200" cy="10972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9, 2026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57332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AM EDT  ·  6 PM EAT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152" y="1280160"/>
            <a:ext cx="3291840" cy="3291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85592" y="1371600"/>
            <a:ext cx="3108960" cy="3108960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071192" y="4754880"/>
            <a:ext cx="47547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071192" y="5120640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071192" y="537667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 Resident, Creighton University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071192" y="565099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 &amp; Biostats, Duke Global Health Institute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ROADMAP  ·  MYINTEALTH → STEP 2 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account to exam — 8 concrete steps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74520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6152" y="1965960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MyIntealth account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45456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16152" y="2295144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first. Name as on passport, DOB, address, school info, plus identity verification. One MyIntealth ID, forever.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33008" y="1874520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34176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6240" y="1965960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name of record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5543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6240" y="2295144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match your passport exactly. Different name on diploma → submit verification documentation.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990088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2990088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4088" y="3264408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" y="3264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6152" y="3081528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for ECFMG Cert.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45456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16152" y="3410712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fee. Medical school must be in the World Directory with ECFMG Sponsor Note (Graduation Years: Current). Track in My Cases.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3008" y="2990088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33008" y="2990088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34176" y="3264408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4176" y="3264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946240" y="3081528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medical credentials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975543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46240" y="3410712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diploma + transcript (+ English translations). ECFMG verifies with the issuing institution before the application is accepted.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105656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4105656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4088" y="4379976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4088" y="43799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16152" y="4197096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your USMLE ID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45456" y="41970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16152" y="4526280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Jan 2026 USMLE Service Transition, FSMB issues this when you register for your first Step. View in My Profile.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33008" y="4105656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33008" y="4105656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34176" y="4379976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34176" y="43799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946240" y="4197096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USMLE Step 1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5543" y="41970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6240" y="4526280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FSMB. FSMB confirms with ECFMG that you're eligible. Students need school official to certify enrollment.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02920" y="5221224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5221224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088" y="5495544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4088" y="5495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16152" y="5312664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Step 1  ·  Pass / Fail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245456" y="5312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216152" y="5641848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shares the outcome directly with ECFMG. You don't need to forward the result yourself.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233008" y="5221224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33008" y="5221224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34176" y="5495544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34176" y="5495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6946240" y="5312664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USMLE Step 2 CK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0975543" y="5312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946240" y="5641848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eligibility chain. Plan timing carefully — NRMP and GME programs have deadlines, and ECFMG warns slot availability isn't guaranteed.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02920" y="62179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ECFMG 2026 Information Booklet (page references in upper right of each card).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Foundational sciences. Pass / Fail.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foundational science concepts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86579" y="25603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92608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&amp; interpersonal skills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86579" y="29260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medicine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86579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9319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03699" y="4251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581144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03699" y="4581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910328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03699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239512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03699" y="5239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· Physiology · Biochemistry · Pharmacology · Anatomy &amp; Embryology · Microbiology · Immunology · Histology · Behavioral Sciences · Genetics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· Cardiovascular · Respiratory · GI · Renal/Urinary · Reproductive &amp; Endocrine · MSK &amp; Skin · Nervous &amp; Behavioral · Heme &amp; Immune · Biostats &amp; Epi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master First Aid + UWorld with daily Mon–Sun reps over a 4-month roadmap.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1 content outline + FA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IN JUNE  ·  STEP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days, 3 chapters, mapped page-by-page to FA 2025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354573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874520"/>
            <a:ext cx="3545738" cy="914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57400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1799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days  ·  Jun 1–12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7512" y="287845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78892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· Orientation &amp; overview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" y="314896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305943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· Embryology, fetal circulation, CHDs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7512" y="341947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32994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· Anatomy: CT, CXR, pericardium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" y="368998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60045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· Pump physiology, PV loops, cycle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7512" y="396049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387096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· Heart sounds, splitting, murmurs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7512" y="423100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414147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· Action potentials, ECG, BP control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7512" y="450151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41198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CAD, IHD, MI evolution + complications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" y="477202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" y="468249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· HTN, atherosclerosis, aneurysms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7512" y="504253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" y="495300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· Cardiomyopathies, HF, shock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" y="531304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22351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Rheumatic, IE, myocarditis, vasculitis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7512" y="558355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5528" y="549402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Cardiovascular pharmacology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67512" y="5854065"/>
            <a:ext cx="54864" cy="5486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" y="5764530"/>
            <a:ext cx="317997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Epi/Biostats applied to CV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22978" y="1874520"/>
            <a:ext cx="354573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22978" y="1874520"/>
            <a:ext cx="3545738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05858" y="2057400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505858" y="2423160"/>
            <a:ext cx="31799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13–22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487570" y="2905506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15586" y="2788920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· Embryology, surfactant, anomalies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87570" y="3230118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15586" y="3113532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· Anatomy: tree, segments, diaphragm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87570" y="3554730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15586" y="3438144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· Volumes, mechanics, O₂–Hb curve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487570" y="3879342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5586" y="3762756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· A–a gradient, V/Q, pulmonary circ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487570" y="4203954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15586" y="4087368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· Control of breathing, sleep apnea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487570" y="4528566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15586" y="4411980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· Upper airway + obstructive disease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487570" y="4853178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5586" y="4736592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· Restrictive, ARDS, vascular, pneumonia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487570" y="5177790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5586" y="5061204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· TB, pleural, lung cancer, pharm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487570" y="5502402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15586" y="5385816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· Epi/Biostats applied to Respiratory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487570" y="5827014"/>
            <a:ext cx="5486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15586" y="5710428"/>
            <a:ext cx="317997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Chapter review + practice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43037" y="1874520"/>
            <a:ext cx="354573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143037" y="1874520"/>
            <a:ext cx="3545738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325917" y="2057400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8325917" y="2423160"/>
            <a:ext cx="31799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23–30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307629" y="2946083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35645" y="2788920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Cellular adaptations, apoptosis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307629" y="3351848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435645" y="3194685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Necrosis, ischemia, free radicals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307629" y="3757613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435645" y="3600450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Acute inflammation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8307629" y="4163377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435645" y="4006215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Chronic inflammation, tissue repair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307629" y="4569143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435645" y="4411980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Neoplasia I — hallmarks, grade/stage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307629" y="4974908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435645" y="4817745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Neoplasia II — oncogenes, TSGs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8307629" y="5380673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435645" y="5223510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Neoplasia III + Aging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307629" y="5786438"/>
            <a:ext cx="548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435645" y="5629275"/>
            <a:ext cx="3179978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Chapter review + practice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502920" y="62179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comes with the relevant FA 2025 pages and a UWorld block. Recordings and summaries land on the dashboard.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Clinical knowledge. Scaled score 1–300.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34–46%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523744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Pharmacotherapy &amp;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86579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52928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maintenance &amp; prevention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86579" y="2852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182112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/ professionalism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86579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511296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/ systems-based practice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86579" y="3511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02336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43400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29379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672584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29379" y="4672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001768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29379" y="5001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hours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5330952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scale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29379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300 (mean ≈ 248)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(50–60%) · Surgery (25–30%) · Pediatrics (20–25%) · OB-GYN (10–20%) · Psychiatry (10–15%) · Family Medicine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 &amp; cross-cutting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GI · Respiratory · MSK &amp; Skin · Nervous &amp; Behavioral · Endocrine · Reproductive &amp; Pregnancy · Renal · Heme &amp; Immune · Multisystem · Ethics &amp; Patient Safety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case-based teaching across all disciplines, daily UWorld blocks, full FA 2025 mapping.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2 CK content outline + FA 2025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Daily structure — Mon to Sun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2978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22978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43037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3037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43037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teaching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 min focused teaching mapped page-by-page to First Aid 2025.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33674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33674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07994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07994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07994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UWorld debrief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607994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day's UWorld block with reasoning for every option.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64428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64428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38748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874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38748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wrap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38748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mnemonic / pearls recap that you take into the next day.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995181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95181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69501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69501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269501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269501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Q&amp;A outside class time for clarifying questions and weak areas.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roadmap + end-to-end mentorship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Respiratory · General Pathology · Epi/Biostats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5104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09696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· GI · Heme/Onc · Renal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7288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1880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Musculoskeletal · Neurology · Psychiatry · Reproductive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29471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94063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/ Microbiology · Pharmacology · Behavioral · Mock blocks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657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968496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application — credentials submission, sponsor notes, EPIC.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407408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352544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statement &amp; CV review, with iterative drafts.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736592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 — mock interviews, IMG-specific Q&amp;A, programs by signal.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51755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12064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 / NRMP timeline coaching from application to rank list.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5559552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504688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Step 1 + Step 2 expedited track for efficient overlap.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59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315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JOIN THE COHORT?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 up · Limited slots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907128" y="32004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forms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3291840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4864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reach Allan directly: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 ·   WhatsApp +256 705 571 443   ·   Call +1 984 710 2902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June Cohort</dc:title>
  <dc:subject>PptxGenJS Presentation</dc:subject>
  <dc:creator>Allan Bakesiga</dc:creator>
  <cp:lastModifiedBy>Allan Bakesiga</cp:lastModifiedBy>
  <cp:revision>1</cp:revision>
  <dcterms:created xsi:type="dcterms:W3CDTF">2026-05-09T14:40:41Z</dcterms:created>
  <dcterms:modified xsi:type="dcterms:W3CDTF">2026-05-09T14:40:41Z</dcterms:modified>
</cp:coreProperties>
</file>