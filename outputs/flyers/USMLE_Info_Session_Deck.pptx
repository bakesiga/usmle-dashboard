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68580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822960"/>
            <a:ext cx="5425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INFO SESSION  ·  JUNE COHORT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207008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Step 2 CK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25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 — no commitment.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2743200" cy="10972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9, 2026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57332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AM EDT  ·  6 PM EAT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152" y="1280160"/>
            <a:ext cx="3291840" cy="3291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85592" y="1371600"/>
            <a:ext cx="3108960" cy="3108960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071192" y="4754880"/>
            <a:ext cx="47547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071192" y="5120640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071192" y="537667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 Resident, Creighton University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071192" y="565099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 &amp; Biostats, Duke Global Health Institute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RESIDENCY JOURNEY  ·  IMG PATH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medical school to Match Day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61288" y="198424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eligibility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61288" y="229514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school listed in the World Directory of Medical Schools with appropriate ECFMG Sponsor Note. Submit credentials to ECFMG.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0168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0168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91376" y="198424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91376" y="229514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(currently reported as Pass / Fail). Required for ECFMG Certification.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20040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61288" y="303580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2 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61288" y="334670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with a strong scaled score. Reported scores range 1–300 (mean ≈ 248). Required for ECFMG Certification.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33008" y="292608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0168" y="320040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0168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91376" y="303580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proficiency (OET Medicine)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91376" y="334670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350+ on each of the 4 subtests within a single test administration.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97764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25196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61288" y="408736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Certification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61288" y="439826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after Step 1, Step 2 CK, OET, and verified medical credentials.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33008" y="397764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0168" y="425196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0168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91376" y="408736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 application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91376" y="439826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through ERAS (opens early September). Personal statement, CV, LoRs, MSPE.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502920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530352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61288" y="513892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season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161288" y="544982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to January. Programs review, interview, and rank applicants.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33008" y="5029200"/>
            <a:ext cx="5455768" cy="96012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70168" y="530352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91376" y="513892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NRMP Match Day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91376" y="5449824"/>
            <a:ext cx="467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rank-order list in late February. Match results in mid-March.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" y="62179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ecfmg.org · USMLE.org · NRMP.org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Foundational sciences. Pass / Fail.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foundational science concepts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86579" y="25603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92608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&amp; interpersonal skills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86579" y="29260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medicine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86579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9319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03699" y="4251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581144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03699" y="4581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910328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03699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239512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03699" y="5239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· Physiology · Biochemistry · Pharmacology · Anatomy &amp; Embryology · Microbiology · Immunology · Histology · Behavioral Sciences · Genetics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· Cardiovascular · Respiratory · GI · Renal/Urinary · Reproductive &amp; Endocrine · MSK &amp; Skin · Nervous &amp; Behavioral · Heme &amp; Immune · Biostats &amp; Epi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master First Aid + UWorld with daily Mon–Sun reps over a 4-month roadmap.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1 content outline + FA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Clinical knowledge. Scaled score 1–300.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34–46%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523744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Pharmacotherapy &amp;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86579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52928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maintenance &amp; prevention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86579" y="2852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182112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/ professionalism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86579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511296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/ systems-based practice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86579" y="3511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02336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43400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29379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672584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29379" y="4672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001768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29379" y="5001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hours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5330952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scale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29379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300 (mean ≈ 248)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(50–60%) · Surgery (25–30%) · Pediatrics (20–25%) · OB-GYN (10–20%) · Psychiatry (10–15%) · Family Medicine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 &amp; cross-cutting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GI · Respiratory · MSK &amp; Skin · Nervous &amp; Behavioral · Endocrine · Reproductive &amp; Pregnancy · Renal · Heme &amp; Immune · Multisystem · Ethics &amp; Patient Safety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case-based teaching across all disciplines, daily UWorld blocks, full FA 2025 mapping.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2 CK content outline + FA 2025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Daily structure — Mon to Sun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2978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22978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43037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3037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43037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teaching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 min focused teaching mapped page-by-page to First Aid 2025.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33674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33674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07994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07994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07994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UWorld debrief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607994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day's UWorld block with reasoning for every option.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64428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64428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38748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874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38748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wrap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38748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mnemonic / pearls recap that you take into the next day.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995181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95181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69501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69501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269501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269501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Q&amp;A outside class time for clarifying questions and weak areas.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roadmap + end-to-end mentorship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Respiratory · General Pathology · Epi/Biostats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5104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09696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· GI · Heme/Onc · Renal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7288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1880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Musculoskeletal · Neurology · Psychiatry · Reproductive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29471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94063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/ Microbiology · Pharmacology · Behavioral · Mock blocks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657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968496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application — credentials submission, sponsor notes, EPIC.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407408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352544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statement &amp; CV review, with iterative drafts.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736592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 — mock interviews, IMG-specific Q&amp;A, programs by signal.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51755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12064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 / NRMP timeline coaching from application to rank list.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5559552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504688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Step 1 + Step 2 expedited track for efficient overlap.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59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315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JOIN THE COHORT?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 up · Limited slots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907128" y="32004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forms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3291840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4864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reach Allan directly: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 ·   WhatsApp +256 705 571 443   ·   Call +1 984 710 2902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June Cohort</dc:title>
  <dc:subject>PptxGenJS Presentation</dc:subject>
  <dc:creator>Allan Bakesiga</dc:creator>
  <cp:lastModifiedBy>Allan Bakesiga</cp:lastModifiedBy>
  <cp:revision>1</cp:revision>
  <dcterms:created xsi:type="dcterms:W3CDTF">2026-05-09T13:09:46Z</dcterms:created>
  <dcterms:modified xsi:type="dcterms:W3CDTF">2026-05-09T13:09:46Z</dcterms:modified>
</cp:coreProperties>
</file>